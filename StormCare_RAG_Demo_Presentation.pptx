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3605" autoAdjust="0"/>
    <p:restoredTop sz="94640"/>
  </p:normalViewPr>
  <p:slideViewPr>
    <p:cSldViewPr snapToGrid="0" snapToObjects="1">
      <p:cViewPr varScale="1">
        <p:scale>
          <a:sx n="105" d="100"/>
          <a:sy n="105" d="100"/>
        </p:scale>
        <p:origin x="257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2xwT7fOimkU" TargetMode="External"/><Relationship Id="rId2" Type="http://schemas.openxmlformats.org/officeDocument/2006/relationships/hyperlink" Target="https://genaiadrija-4hgtalkipufv8gsbb3qmvi.streamlit.app/" TargetMode="External"/><Relationship Id="rId1" Type="http://schemas.openxmlformats.org/officeDocument/2006/relationships/hyperlink" Target="https://github.com/Ag230602/Gen_AI_ADRIJA" TargetMode="Externa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hyperlink" Target="https://youtu.be/2xwT7fOimkU" TargetMode="External"/><Relationship Id="rId1" Type="http://schemas.openxmlformats.org/officeDocument/2006/relationships/image" Target="../media/image6.svg"/><Relationship Id="rId6" Type="http://schemas.openxmlformats.org/officeDocument/2006/relationships/hyperlink" Target="https://genaiadrija-4hgtalkipufv8gsbb3qmvi.streamlit.app/" TargetMode="External"/><Relationship Id="rId5" Type="http://schemas.openxmlformats.org/officeDocument/2006/relationships/image" Target="../media/image8.svg"/><Relationship Id="rId4" Type="http://schemas.openxmlformats.org/officeDocument/2006/relationships/hyperlink" Target="https://github.com/Ag230602/Gen_AI_ADRIJA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CD88EF-003E-440C-9148-88585B222A6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014C39-18A9-410F-9202-D0008DC8E9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Storm-response documents are large and difficult to search.</a:t>
          </a:r>
        </a:p>
      </dgm:t>
    </dgm:pt>
    <dgm:pt modelId="{927E13FE-DD22-4653-AEDF-D0669ADC7CC5}" type="parTrans" cxnId="{54726FB2-F740-44C0-89CD-ED80ED38CF93}">
      <dgm:prSet/>
      <dgm:spPr/>
      <dgm:t>
        <a:bodyPr/>
        <a:lstStyle/>
        <a:p>
          <a:endParaRPr lang="en-US"/>
        </a:p>
      </dgm:t>
    </dgm:pt>
    <dgm:pt modelId="{32645A80-501A-4E00-B900-EB4BAF84C738}" type="sibTrans" cxnId="{54726FB2-F740-44C0-89CD-ED80ED38CF9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335DCE6-E138-4608-9B24-3E7E905BACA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Important emergency information is buried inside PDFs</a:t>
          </a:r>
        </a:p>
      </dgm:t>
    </dgm:pt>
    <dgm:pt modelId="{CA877D5F-FDD0-4A12-8D02-9CBCB18046ED}" type="parTrans" cxnId="{C860E216-3018-463A-A81B-0FA549623A2A}">
      <dgm:prSet/>
      <dgm:spPr/>
      <dgm:t>
        <a:bodyPr/>
        <a:lstStyle/>
        <a:p>
          <a:endParaRPr lang="en-US"/>
        </a:p>
      </dgm:t>
    </dgm:pt>
    <dgm:pt modelId="{2644BC3B-3B8F-4314-8EF6-D6C9C1388295}" type="sibTrans" cxnId="{C860E216-3018-463A-A81B-0FA549623A2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5AC7E1C-CBAD-4EC4-9AB6-9904C951C35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Need reproducible NLP workflow for retrieval and adaptation</a:t>
          </a:r>
        </a:p>
      </dgm:t>
    </dgm:pt>
    <dgm:pt modelId="{13B8DE8E-187B-420C-906A-0F9728322BA5}" type="parTrans" cxnId="{ABC84AA1-BEB9-43AE-AFB0-AE409DDC7335}">
      <dgm:prSet/>
      <dgm:spPr/>
      <dgm:t>
        <a:bodyPr/>
        <a:lstStyle/>
        <a:p>
          <a:endParaRPr lang="en-US"/>
        </a:p>
      </dgm:t>
    </dgm:pt>
    <dgm:pt modelId="{6B3BF144-5870-41BB-AAE4-D9655FDB6ED8}" type="sibTrans" cxnId="{ABC84AA1-BEB9-43AE-AFB0-AE409DDC733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C407563-82BB-4B32-89E1-94290EC056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Goal: Build an end-to-end storm-domain NLP pipeline</a:t>
          </a:r>
        </a:p>
      </dgm:t>
    </dgm:pt>
    <dgm:pt modelId="{FC21FD9C-B71C-4C36-8625-01ADB0326E5C}" type="parTrans" cxnId="{9403DE7F-7310-4260-A1F9-5A00B282AAFE}">
      <dgm:prSet/>
      <dgm:spPr/>
      <dgm:t>
        <a:bodyPr/>
        <a:lstStyle/>
        <a:p>
          <a:endParaRPr lang="en-US"/>
        </a:p>
      </dgm:t>
    </dgm:pt>
    <dgm:pt modelId="{5EAAB51B-B37E-4F88-A396-4EB25507502D}" type="sibTrans" cxnId="{9403DE7F-7310-4260-A1F9-5A00B282AAFE}">
      <dgm:prSet/>
      <dgm:spPr/>
      <dgm:t>
        <a:bodyPr/>
        <a:lstStyle/>
        <a:p>
          <a:endParaRPr lang="en-US"/>
        </a:p>
      </dgm:t>
    </dgm:pt>
    <dgm:pt modelId="{511E49B0-276E-49CC-A08D-3A15711BCC5B}" type="pres">
      <dgm:prSet presAssocID="{E7CD88EF-003E-440C-9148-88585B222A69}" presName="root" presStyleCnt="0">
        <dgm:presLayoutVars>
          <dgm:dir/>
          <dgm:resizeHandles val="exact"/>
        </dgm:presLayoutVars>
      </dgm:prSet>
      <dgm:spPr/>
    </dgm:pt>
    <dgm:pt modelId="{DAA615D4-A590-4D50-95CE-7E3069356E34}" type="pres">
      <dgm:prSet presAssocID="{E7CD88EF-003E-440C-9148-88585B222A69}" presName="container" presStyleCnt="0">
        <dgm:presLayoutVars>
          <dgm:dir/>
          <dgm:resizeHandles val="exact"/>
        </dgm:presLayoutVars>
      </dgm:prSet>
      <dgm:spPr/>
    </dgm:pt>
    <dgm:pt modelId="{5BDB0300-3AD4-4202-A25D-7BA551F5A6E1}" type="pres">
      <dgm:prSet presAssocID="{17014C39-18A9-410F-9202-D0008DC8E90E}" presName="compNode" presStyleCnt="0"/>
      <dgm:spPr/>
    </dgm:pt>
    <dgm:pt modelId="{74F4806A-F15D-4BCE-9104-E3908BDA3E54}" type="pres">
      <dgm:prSet presAssocID="{17014C39-18A9-410F-9202-D0008DC8E90E}" presName="iconBgRect" presStyleLbl="bgShp" presStyleIdx="0" presStyleCnt="4"/>
      <dgm:spPr/>
    </dgm:pt>
    <dgm:pt modelId="{7E085DFC-B478-444D-8BDE-C04C376F7462}" type="pres">
      <dgm:prSet presAssocID="{17014C39-18A9-410F-9202-D0008DC8E90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BCBF704A-FDA9-4673-B19B-B9AC0300719A}" type="pres">
      <dgm:prSet presAssocID="{17014C39-18A9-410F-9202-D0008DC8E90E}" presName="spaceRect" presStyleCnt="0"/>
      <dgm:spPr/>
    </dgm:pt>
    <dgm:pt modelId="{22339E96-F5E2-4512-B6FC-870FAEEE3C56}" type="pres">
      <dgm:prSet presAssocID="{17014C39-18A9-410F-9202-D0008DC8E90E}" presName="textRect" presStyleLbl="revTx" presStyleIdx="0" presStyleCnt="4">
        <dgm:presLayoutVars>
          <dgm:chMax val="1"/>
          <dgm:chPref val="1"/>
        </dgm:presLayoutVars>
      </dgm:prSet>
      <dgm:spPr/>
    </dgm:pt>
    <dgm:pt modelId="{2F493EB8-1775-498D-B4CA-A9BF2340CD15}" type="pres">
      <dgm:prSet presAssocID="{32645A80-501A-4E00-B900-EB4BAF84C738}" presName="sibTrans" presStyleLbl="sibTrans2D1" presStyleIdx="0" presStyleCnt="0"/>
      <dgm:spPr/>
    </dgm:pt>
    <dgm:pt modelId="{43C11AFF-E0F4-4050-B368-B9A328A487DF}" type="pres">
      <dgm:prSet presAssocID="{4335DCE6-E138-4608-9B24-3E7E905BACA3}" presName="compNode" presStyleCnt="0"/>
      <dgm:spPr/>
    </dgm:pt>
    <dgm:pt modelId="{C338E177-1487-431F-9E47-B5B560E9D4A6}" type="pres">
      <dgm:prSet presAssocID="{4335DCE6-E138-4608-9B24-3E7E905BACA3}" presName="iconBgRect" presStyleLbl="bgShp" presStyleIdx="1" presStyleCnt="4"/>
      <dgm:spPr/>
    </dgm:pt>
    <dgm:pt modelId="{5C60866F-CE84-4F0B-B0F6-07ED28F8A714}" type="pres">
      <dgm:prSet presAssocID="{4335DCE6-E138-4608-9B24-3E7E905BACA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205574DB-9566-46E6-8318-92549802BBA3}" type="pres">
      <dgm:prSet presAssocID="{4335DCE6-E138-4608-9B24-3E7E905BACA3}" presName="spaceRect" presStyleCnt="0"/>
      <dgm:spPr/>
    </dgm:pt>
    <dgm:pt modelId="{5864674E-9FF4-4C33-9B02-9C7DE8E21E07}" type="pres">
      <dgm:prSet presAssocID="{4335DCE6-E138-4608-9B24-3E7E905BACA3}" presName="textRect" presStyleLbl="revTx" presStyleIdx="1" presStyleCnt="4">
        <dgm:presLayoutVars>
          <dgm:chMax val="1"/>
          <dgm:chPref val="1"/>
        </dgm:presLayoutVars>
      </dgm:prSet>
      <dgm:spPr/>
    </dgm:pt>
    <dgm:pt modelId="{72A6452E-5B38-41C2-BA0A-5CE09ED17A5E}" type="pres">
      <dgm:prSet presAssocID="{2644BC3B-3B8F-4314-8EF6-D6C9C1388295}" presName="sibTrans" presStyleLbl="sibTrans2D1" presStyleIdx="0" presStyleCnt="0"/>
      <dgm:spPr/>
    </dgm:pt>
    <dgm:pt modelId="{F74BBC86-66E3-4AB1-9558-0DDC06D4CD23}" type="pres">
      <dgm:prSet presAssocID="{85AC7E1C-CBAD-4EC4-9AB6-9904C951C353}" presName="compNode" presStyleCnt="0"/>
      <dgm:spPr/>
    </dgm:pt>
    <dgm:pt modelId="{2A0889EC-A7FB-4122-BE16-6DEB5B289DED}" type="pres">
      <dgm:prSet presAssocID="{85AC7E1C-CBAD-4EC4-9AB6-9904C951C353}" presName="iconBgRect" presStyleLbl="bgShp" presStyleIdx="2" presStyleCnt="4"/>
      <dgm:spPr/>
    </dgm:pt>
    <dgm:pt modelId="{B133D471-1063-466F-8934-0E4783FB4429}" type="pres">
      <dgm:prSet presAssocID="{85AC7E1C-CBAD-4EC4-9AB6-9904C951C35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947F38A-89CD-47DC-96C4-15B1EA1CF377}" type="pres">
      <dgm:prSet presAssocID="{85AC7E1C-CBAD-4EC4-9AB6-9904C951C353}" presName="spaceRect" presStyleCnt="0"/>
      <dgm:spPr/>
    </dgm:pt>
    <dgm:pt modelId="{DA0C5B15-E380-4BA8-B0E6-258A6BF6F28A}" type="pres">
      <dgm:prSet presAssocID="{85AC7E1C-CBAD-4EC4-9AB6-9904C951C353}" presName="textRect" presStyleLbl="revTx" presStyleIdx="2" presStyleCnt="4">
        <dgm:presLayoutVars>
          <dgm:chMax val="1"/>
          <dgm:chPref val="1"/>
        </dgm:presLayoutVars>
      </dgm:prSet>
      <dgm:spPr/>
    </dgm:pt>
    <dgm:pt modelId="{301F8B45-43E2-4DA0-A0F3-71EF1894BF78}" type="pres">
      <dgm:prSet presAssocID="{6B3BF144-5870-41BB-AAE4-D9655FDB6ED8}" presName="sibTrans" presStyleLbl="sibTrans2D1" presStyleIdx="0" presStyleCnt="0"/>
      <dgm:spPr/>
    </dgm:pt>
    <dgm:pt modelId="{376BA071-51BF-4B6C-B389-50578B002D36}" type="pres">
      <dgm:prSet presAssocID="{AC407563-82BB-4B32-89E1-94290EC056A7}" presName="compNode" presStyleCnt="0"/>
      <dgm:spPr/>
    </dgm:pt>
    <dgm:pt modelId="{1660ECCF-352C-4B1F-8888-89A1E37DB7F1}" type="pres">
      <dgm:prSet presAssocID="{AC407563-82BB-4B32-89E1-94290EC056A7}" presName="iconBgRect" presStyleLbl="bgShp" presStyleIdx="3" presStyleCnt="4"/>
      <dgm:spPr/>
    </dgm:pt>
    <dgm:pt modelId="{BD4B0119-0A8B-4D5B-9228-625613188413}" type="pres">
      <dgm:prSet presAssocID="{AC407563-82BB-4B32-89E1-94290EC056A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5BAF2A7E-CB6C-4245-AB82-34FA6E219151}" type="pres">
      <dgm:prSet presAssocID="{AC407563-82BB-4B32-89E1-94290EC056A7}" presName="spaceRect" presStyleCnt="0"/>
      <dgm:spPr/>
    </dgm:pt>
    <dgm:pt modelId="{896907E1-5597-4C7D-91A7-1F8AE878EA17}" type="pres">
      <dgm:prSet presAssocID="{AC407563-82BB-4B32-89E1-94290EC056A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059DA09-8495-459D-AACF-77C4A4FE508D}" type="presOf" srcId="{17014C39-18A9-410F-9202-D0008DC8E90E}" destId="{22339E96-F5E2-4512-B6FC-870FAEEE3C56}" srcOrd="0" destOrd="0" presId="urn:microsoft.com/office/officeart/2018/2/layout/IconCircleList"/>
    <dgm:cxn modelId="{C860E216-3018-463A-A81B-0FA549623A2A}" srcId="{E7CD88EF-003E-440C-9148-88585B222A69}" destId="{4335DCE6-E138-4608-9B24-3E7E905BACA3}" srcOrd="1" destOrd="0" parTransId="{CA877D5F-FDD0-4A12-8D02-9CBCB18046ED}" sibTransId="{2644BC3B-3B8F-4314-8EF6-D6C9C1388295}"/>
    <dgm:cxn modelId="{D83EC74C-91FB-4387-A7E1-35E0DBDAD978}" type="presOf" srcId="{AC407563-82BB-4B32-89E1-94290EC056A7}" destId="{896907E1-5597-4C7D-91A7-1F8AE878EA17}" srcOrd="0" destOrd="0" presId="urn:microsoft.com/office/officeart/2018/2/layout/IconCircleList"/>
    <dgm:cxn modelId="{9403DE7F-7310-4260-A1F9-5A00B282AAFE}" srcId="{E7CD88EF-003E-440C-9148-88585B222A69}" destId="{AC407563-82BB-4B32-89E1-94290EC056A7}" srcOrd="3" destOrd="0" parTransId="{FC21FD9C-B71C-4C36-8625-01ADB0326E5C}" sibTransId="{5EAAB51B-B37E-4F88-A396-4EB25507502D}"/>
    <dgm:cxn modelId="{3247BD88-06EC-40D7-914A-ACB4E0A807B5}" type="presOf" srcId="{6B3BF144-5870-41BB-AAE4-D9655FDB6ED8}" destId="{301F8B45-43E2-4DA0-A0F3-71EF1894BF78}" srcOrd="0" destOrd="0" presId="urn:microsoft.com/office/officeart/2018/2/layout/IconCircleList"/>
    <dgm:cxn modelId="{B0EE149D-204D-452E-8E79-AB284502B621}" type="presOf" srcId="{2644BC3B-3B8F-4314-8EF6-D6C9C1388295}" destId="{72A6452E-5B38-41C2-BA0A-5CE09ED17A5E}" srcOrd="0" destOrd="0" presId="urn:microsoft.com/office/officeart/2018/2/layout/IconCircleList"/>
    <dgm:cxn modelId="{ABC84AA1-BEB9-43AE-AFB0-AE409DDC7335}" srcId="{E7CD88EF-003E-440C-9148-88585B222A69}" destId="{85AC7E1C-CBAD-4EC4-9AB6-9904C951C353}" srcOrd="2" destOrd="0" parTransId="{13B8DE8E-187B-420C-906A-0F9728322BA5}" sibTransId="{6B3BF144-5870-41BB-AAE4-D9655FDB6ED8}"/>
    <dgm:cxn modelId="{54726FB2-F740-44C0-89CD-ED80ED38CF93}" srcId="{E7CD88EF-003E-440C-9148-88585B222A69}" destId="{17014C39-18A9-410F-9202-D0008DC8E90E}" srcOrd="0" destOrd="0" parTransId="{927E13FE-DD22-4653-AEDF-D0669ADC7CC5}" sibTransId="{32645A80-501A-4E00-B900-EB4BAF84C738}"/>
    <dgm:cxn modelId="{0F8295C6-2626-41C9-AE67-740702C19F84}" type="presOf" srcId="{32645A80-501A-4E00-B900-EB4BAF84C738}" destId="{2F493EB8-1775-498D-B4CA-A9BF2340CD15}" srcOrd="0" destOrd="0" presId="urn:microsoft.com/office/officeart/2018/2/layout/IconCircleList"/>
    <dgm:cxn modelId="{A02275D5-225A-4E2E-BC85-830F65EB1AF9}" type="presOf" srcId="{85AC7E1C-CBAD-4EC4-9AB6-9904C951C353}" destId="{DA0C5B15-E380-4BA8-B0E6-258A6BF6F28A}" srcOrd="0" destOrd="0" presId="urn:microsoft.com/office/officeart/2018/2/layout/IconCircleList"/>
    <dgm:cxn modelId="{1017EDD8-428D-4BE2-A8A0-92CB957C5BF1}" type="presOf" srcId="{4335DCE6-E138-4608-9B24-3E7E905BACA3}" destId="{5864674E-9FF4-4C33-9B02-9C7DE8E21E07}" srcOrd="0" destOrd="0" presId="urn:microsoft.com/office/officeart/2018/2/layout/IconCircleList"/>
    <dgm:cxn modelId="{C81AAEF0-4179-4314-8C40-7C0B836DC2FE}" type="presOf" srcId="{E7CD88EF-003E-440C-9148-88585B222A69}" destId="{511E49B0-276E-49CC-A08D-3A15711BCC5B}" srcOrd="0" destOrd="0" presId="urn:microsoft.com/office/officeart/2018/2/layout/IconCircleList"/>
    <dgm:cxn modelId="{9595603F-DDEA-4D75-B2ED-F6AFA4502D49}" type="presParOf" srcId="{511E49B0-276E-49CC-A08D-3A15711BCC5B}" destId="{DAA615D4-A590-4D50-95CE-7E3069356E34}" srcOrd="0" destOrd="0" presId="urn:microsoft.com/office/officeart/2018/2/layout/IconCircleList"/>
    <dgm:cxn modelId="{6E998B60-3686-4985-B680-8D93CEABBDB8}" type="presParOf" srcId="{DAA615D4-A590-4D50-95CE-7E3069356E34}" destId="{5BDB0300-3AD4-4202-A25D-7BA551F5A6E1}" srcOrd="0" destOrd="0" presId="urn:microsoft.com/office/officeart/2018/2/layout/IconCircleList"/>
    <dgm:cxn modelId="{3826A905-9A0D-4A2A-95EA-8C5C6A222018}" type="presParOf" srcId="{5BDB0300-3AD4-4202-A25D-7BA551F5A6E1}" destId="{74F4806A-F15D-4BCE-9104-E3908BDA3E54}" srcOrd="0" destOrd="0" presId="urn:microsoft.com/office/officeart/2018/2/layout/IconCircleList"/>
    <dgm:cxn modelId="{2D86107D-A92E-4BDD-B45D-113B7B362063}" type="presParOf" srcId="{5BDB0300-3AD4-4202-A25D-7BA551F5A6E1}" destId="{7E085DFC-B478-444D-8BDE-C04C376F7462}" srcOrd="1" destOrd="0" presId="urn:microsoft.com/office/officeart/2018/2/layout/IconCircleList"/>
    <dgm:cxn modelId="{A7030402-9A4E-48ED-9348-2AF92C8837F3}" type="presParOf" srcId="{5BDB0300-3AD4-4202-A25D-7BA551F5A6E1}" destId="{BCBF704A-FDA9-4673-B19B-B9AC0300719A}" srcOrd="2" destOrd="0" presId="urn:microsoft.com/office/officeart/2018/2/layout/IconCircleList"/>
    <dgm:cxn modelId="{E598E832-FC30-4DA4-958E-CD47B12F34D6}" type="presParOf" srcId="{5BDB0300-3AD4-4202-A25D-7BA551F5A6E1}" destId="{22339E96-F5E2-4512-B6FC-870FAEEE3C56}" srcOrd="3" destOrd="0" presId="urn:microsoft.com/office/officeart/2018/2/layout/IconCircleList"/>
    <dgm:cxn modelId="{8C216C23-D148-4D6A-B956-35B87BDE0537}" type="presParOf" srcId="{DAA615D4-A590-4D50-95CE-7E3069356E34}" destId="{2F493EB8-1775-498D-B4CA-A9BF2340CD15}" srcOrd="1" destOrd="0" presId="urn:microsoft.com/office/officeart/2018/2/layout/IconCircleList"/>
    <dgm:cxn modelId="{F17938D0-F87E-42D5-9003-0EF24D723402}" type="presParOf" srcId="{DAA615D4-A590-4D50-95CE-7E3069356E34}" destId="{43C11AFF-E0F4-4050-B368-B9A328A487DF}" srcOrd="2" destOrd="0" presId="urn:microsoft.com/office/officeart/2018/2/layout/IconCircleList"/>
    <dgm:cxn modelId="{C26ECBE6-D40F-4D18-AEEA-6D88BF493C62}" type="presParOf" srcId="{43C11AFF-E0F4-4050-B368-B9A328A487DF}" destId="{C338E177-1487-431F-9E47-B5B560E9D4A6}" srcOrd="0" destOrd="0" presId="urn:microsoft.com/office/officeart/2018/2/layout/IconCircleList"/>
    <dgm:cxn modelId="{A0346A83-0AFE-4455-8239-224C32332A74}" type="presParOf" srcId="{43C11AFF-E0F4-4050-B368-B9A328A487DF}" destId="{5C60866F-CE84-4F0B-B0F6-07ED28F8A714}" srcOrd="1" destOrd="0" presId="urn:microsoft.com/office/officeart/2018/2/layout/IconCircleList"/>
    <dgm:cxn modelId="{B9D7339E-6E0F-473B-BA6B-6CF796C0FF6A}" type="presParOf" srcId="{43C11AFF-E0F4-4050-B368-B9A328A487DF}" destId="{205574DB-9566-46E6-8318-92549802BBA3}" srcOrd="2" destOrd="0" presId="urn:microsoft.com/office/officeart/2018/2/layout/IconCircleList"/>
    <dgm:cxn modelId="{3819D0DA-59A7-4961-B7C6-D94FFDF536BD}" type="presParOf" srcId="{43C11AFF-E0F4-4050-B368-B9A328A487DF}" destId="{5864674E-9FF4-4C33-9B02-9C7DE8E21E07}" srcOrd="3" destOrd="0" presId="urn:microsoft.com/office/officeart/2018/2/layout/IconCircleList"/>
    <dgm:cxn modelId="{82CD64DD-8786-4127-B36B-A19F76C4FE1F}" type="presParOf" srcId="{DAA615D4-A590-4D50-95CE-7E3069356E34}" destId="{72A6452E-5B38-41C2-BA0A-5CE09ED17A5E}" srcOrd="3" destOrd="0" presId="urn:microsoft.com/office/officeart/2018/2/layout/IconCircleList"/>
    <dgm:cxn modelId="{76988A95-985C-4476-831D-8A56054F4901}" type="presParOf" srcId="{DAA615D4-A590-4D50-95CE-7E3069356E34}" destId="{F74BBC86-66E3-4AB1-9558-0DDC06D4CD23}" srcOrd="4" destOrd="0" presId="urn:microsoft.com/office/officeart/2018/2/layout/IconCircleList"/>
    <dgm:cxn modelId="{D87C0616-BE32-440A-B7DC-AD366F9C9AAF}" type="presParOf" srcId="{F74BBC86-66E3-4AB1-9558-0DDC06D4CD23}" destId="{2A0889EC-A7FB-4122-BE16-6DEB5B289DED}" srcOrd="0" destOrd="0" presId="urn:microsoft.com/office/officeart/2018/2/layout/IconCircleList"/>
    <dgm:cxn modelId="{EA7B06F7-8916-4DED-A773-67D52FB963D4}" type="presParOf" srcId="{F74BBC86-66E3-4AB1-9558-0DDC06D4CD23}" destId="{B133D471-1063-466F-8934-0E4783FB4429}" srcOrd="1" destOrd="0" presId="urn:microsoft.com/office/officeart/2018/2/layout/IconCircleList"/>
    <dgm:cxn modelId="{81C4E775-00C5-4598-B60E-ED3771339278}" type="presParOf" srcId="{F74BBC86-66E3-4AB1-9558-0DDC06D4CD23}" destId="{6947F38A-89CD-47DC-96C4-15B1EA1CF377}" srcOrd="2" destOrd="0" presId="urn:microsoft.com/office/officeart/2018/2/layout/IconCircleList"/>
    <dgm:cxn modelId="{A1D70FE9-2891-41B6-BC40-1094D13D3402}" type="presParOf" srcId="{F74BBC86-66E3-4AB1-9558-0DDC06D4CD23}" destId="{DA0C5B15-E380-4BA8-B0E6-258A6BF6F28A}" srcOrd="3" destOrd="0" presId="urn:microsoft.com/office/officeart/2018/2/layout/IconCircleList"/>
    <dgm:cxn modelId="{555E42A3-851A-4FD1-8D03-94226FC9848F}" type="presParOf" srcId="{DAA615D4-A590-4D50-95CE-7E3069356E34}" destId="{301F8B45-43E2-4DA0-A0F3-71EF1894BF78}" srcOrd="5" destOrd="0" presId="urn:microsoft.com/office/officeart/2018/2/layout/IconCircleList"/>
    <dgm:cxn modelId="{EAAE715C-309D-4130-BC8E-8E2B62166FCE}" type="presParOf" srcId="{DAA615D4-A590-4D50-95CE-7E3069356E34}" destId="{376BA071-51BF-4B6C-B389-50578B002D36}" srcOrd="6" destOrd="0" presId="urn:microsoft.com/office/officeart/2018/2/layout/IconCircleList"/>
    <dgm:cxn modelId="{5F8E1443-2C50-491E-8677-7FE07D5C4ADE}" type="presParOf" srcId="{376BA071-51BF-4B6C-B389-50578B002D36}" destId="{1660ECCF-352C-4B1F-8888-89A1E37DB7F1}" srcOrd="0" destOrd="0" presId="urn:microsoft.com/office/officeart/2018/2/layout/IconCircleList"/>
    <dgm:cxn modelId="{789FC458-386E-43F8-9393-8AB7C57474F4}" type="presParOf" srcId="{376BA071-51BF-4B6C-B389-50578B002D36}" destId="{BD4B0119-0A8B-4D5B-9228-625613188413}" srcOrd="1" destOrd="0" presId="urn:microsoft.com/office/officeart/2018/2/layout/IconCircleList"/>
    <dgm:cxn modelId="{11A2DCA7-A752-4A52-86BA-695E6437AFF1}" type="presParOf" srcId="{376BA071-51BF-4B6C-B389-50578B002D36}" destId="{5BAF2A7E-CB6C-4245-AB82-34FA6E219151}" srcOrd="2" destOrd="0" presId="urn:microsoft.com/office/officeart/2018/2/layout/IconCircleList"/>
    <dgm:cxn modelId="{07AF107E-5B7C-4600-908A-A6F6452D7B09}" type="presParOf" srcId="{376BA071-51BF-4B6C-B389-50578B002D36}" destId="{896907E1-5597-4C7D-91A7-1F8AE878EA1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7909A56-590B-4354-BDBE-30B49AB7C3B7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0261D98-2543-4676-BB61-D12429546BD7}">
      <dgm:prSet/>
      <dgm:spPr/>
      <dgm:t>
        <a:bodyPr/>
        <a:lstStyle/>
        <a:p>
          <a:r>
            <a:rPr lang="en-US"/>
            <a:t>Query: flooding storm surge</a:t>
          </a:r>
        </a:p>
      </dgm:t>
    </dgm:pt>
    <dgm:pt modelId="{74D63B5C-61E8-4333-8EEC-6AE81F469DE2}" type="parTrans" cxnId="{2532BDF1-5171-4223-83D1-EC5A5C14EA5A}">
      <dgm:prSet/>
      <dgm:spPr/>
      <dgm:t>
        <a:bodyPr/>
        <a:lstStyle/>
        <a:p>
          <a:endParaRPr lang="en-US"/>
        </a:p>
      </dgm:t>
    </dgm:pt>
    <dgm:pt modelId="{4967B2C0-C0D5-45A5-9BAA-60FB9B8A4F08}" type="sibTrans" cxnId="{2532BDF1-5171-4223-83D1-EC5A5C14EA5A}">
      <dgm:prSet/>
      <dgm:spPr/>
      <dgm:t>
        <a:bodyPr/>
        <a:lstStyle/>
        <a:p>
          <a:endParaRPr lang="en-US"/>
        </a:p>
      </dgm:t>
    </dgm:pt>
    <dgm:pt modelId="{AA390AF3-2092-44D5-A5D2-6B067A66371C}">
      <dgm:prSet/>
      <dgm:spPr/>
      <dgm:t>
        <a:bodyPr/>
        <a:lstStyle/>
        <a:p>
          <a:r>
            <a:rPr lang="en-US"/>
            <a:t>Top-1 BM25 Score: 8.6744</a:t>
          </a:r>
        </a:p>
      </dgm:t>
    </dgm:pt>
    <dgm:pt modelId="{2D1FF241-029C-478C-A7B3-5BC86C6F8E6D}" type="parTrans" cxnId="{5FEF7417-7051-4222-84E8-7DF8636914B8}">
      <dgm:prSet/>
      <dgm:spPr/>
      <dgm:t>
        <a:bodyPr/>
        <a:lstStyle/>
        <a:p>
          <a:endParaRPr lang="en-US"/>
        </a:p>
      </dgm:t>
    </dgm:pt>
    <dgm:pt modelId="{C265CC7F-7695-4B61-A9CB-77F9C19B3853}" type="sibTrans" cxnId="{5FEF7417-7051-4222-84E8-7DF8636914B8}">
      <dgm:prSet/>
      <dgm:spPr/>
      <dgm:t>
        <a:bodyPr/>
        <a:lstStyle/>
        <a:p>
          <a:endParaRPr lang="en-US"/>
        </a:p>
      </dgm:t>
    </dgm:pt>
    <dgm:pt modelId="{CAFAB816-A095-4D0A-A432-3C73F92FBAA9}">
      <dgm:prSet/>
      <dgm:spPr/>
      <dgm:t>
        <a:bodyPr/>
        <a:lstStyle/>
        <a:p>
          <a:r>
            <a:rPr lang="en-US"/>
            <a:t>evacuation orders → 4.9100</a:t>
          </a:r>
        </a:p>
      </dgm:t>
    </dgm:pt>
    <dgm:pt modelId="{5EF40306-D489-4ECE-B7E6-DFA762D0FF3F}" type="parTrans" cxnId="{2844551C-C45E-49D7-86B4-62F8B8E114A7}">
      <dgm:prSet/>
      <dgm:spPr/>
      <dgm:t>
        <a:bodyPr/>
        <a:lstStyle/>
        <a:p>
          <a:endParaRPr lang="en-US"/>
        </a:p>
      </dgm:t>
    </dgm:pt>
    <dgm:pt modelId="{39D99A11-2952-4C1A-9530-58C9F194E273}" type="sibTrans" cxnId="{2844551C-C45E-49D7-86B4-62F8B8E114A7}">
      <dgm:prSet/>
      <dgm:spPr/>
      <dgm:t>
        <a:bodyPr/>
        <a:lstStyle/>
        <a:p>
          <a:endParaRPr lang="en-US"/>
        </a:p>
      </dgm:t>
    </dgm:pt>
    <dgm:pt modelId="{016DB0E3-38D0-40DD-A2CF-33B428A93BA2}">
      <dgm:prSet/>
      <dgm:spPr/>
      <dgm:t>
        <a:bodyPr/>
        <a:lstStyle/>
        <a:p>
          <a:r>
            <a:rPr lang="en-US"/>
            <a:t>emergency kits water batteries → 4.7686</a:t>
          </a:r>
        </a:p>
      </dgm:t>
    </dgm:pt>
    <dgm:pt modelId="{46D0C60D-9CB8-41D6-AFF5-275F3F2991C3}" type="parTrans" cxnId="{45941DAB-A393-437B-AADE-993A5853700B}">
      <dgm:prSet/>
      <dgm:spPr/>
      <dgm:t>
        <a:bodyPr/>
        <a:lstStyle/>
        <a:p>
          <a:endParaRPr lang="en-US"/>
        </a:p>
      </dgm:t>
    </dgm:pt>
    <dgm:pt modelId="{B6FDED6F-8C43-42AE-B839-BA1434582741}" type="sibTrans" cxnId="{45941DAB-A393-437B-AADE-993A5853700B}">
      <dgm:prSet/>
      <dgm:spPr/>
      <dgm:t>
        <a:bodyPr/>
        <a:lstStyle/>
        <a:p>
          <a:endParaRPr lang="en-US"/>
        </a:p>
      </dgm:t>
    </dgm:pt>
    <dgm:pt modelId="{5DFEA2D6-24A6-404E-ABF1-5C9E255E82E5}">
      <dgm:prSet/>
      <dgm:spPr/>
      <dgm:t>
        <a:bodyPr/>
        <a:lstStyle/>
        <a:p>
          <a:r>
            <a:rPr lang="en-US"/>
            <a:t>Retrieval returned meaningful emergency-response chunks</a:t>
          </a:r>
        </a:p>
      </dgm:t>
    </dgm:pt>
    <dgm:pt modelId="{6658A758-6C23-4A37-90E7-F7C7EA5FD4D7}" type="parTrans" cxnId="{55449A40-26EF-4080-89E1-215579F60ED5}">
      <dgm:prSet/>
      <dgm:spPr/>
      <dgm:t>
        <a:bodyPr/>
        <a:lstStyle/>
        <a:p>
          <a:endParaRPr lang="en-US"/>
        </a:p>
      </dgm:t>
    </dgm:pt>
    <dgm:pt modelId="{DF80BD95-5F2E-4CD7-937F-BB405B7A203D}" type="sibTrans" cxnId="{55449A40-26EF-4080-89E1-215579F60ED5}">
      <dgm:prSet/>
      <dgm:spPr/>
      <dgm:t>
        <a:bodyPr/>
        <a:lstStyle/>
        <a:p>
          <a:endParaRPr lang="en-US"/>
        </a:p>
      </dgm:t>
    </dgm:pt>
    <dgm:pt modelId="{00E9921E-23E1-A44E-BD28-51221882F5A5}" type="pres">
      <dgm:prSet presAssocID="{97909A56-590B-4354-BDBE-30B49AB7C3B7}" presName="cycle" presStyleCnt="0">
        <dgm:presLayoutVars>
          <dgm:dir/>
          <dgm:resizeHandles val="exact"/>
        </dgm:presLayoutVars>
      </dgm:prSet>
      <dgm:spPr/>
    </dgm:pt>
    <dgm:pt modelId="{D676B7BA-AD29-5143-8120-E7DF131DF6E4}" type="pres">
      <dgm:prSet presAssocID="{10261D98-2543-4676-BB61-D12429546BD7}" presName="dummy" presStyleCnt="0"/>
      <dgm:spPr/>
    </dgm:pt>
    <dgm:pt modelId="{F88BCAAE-6944-F149-AAE4-09453DB88AEC}" type="pres">
      <dgm:prSet presAssocID="{10261D98-2543-4676-BB61-D12429546BD7}" presName="node" presStyleLbl="revTx" presStyleIdx="0" presStyleCnt="5">
        <dgm:presLayoutVars>
          <dgm:bulletEnabled val="1"/>
        </dgm:presLayoutVars>
      </dgm:prSet>
      <dgm:spPr/>
    </dgm:pt>
    <dgm:pt modelId="{A97EC151-EA6D-2448-927D-04E89E83D5D0}" type="pres">
      <dgm:prSet presAssocID="{4967B2C0-C0D5-45A5-9BAA-60FB9B8A4F08}" presName="sibTrans" presStyleLbl="node1" presStyleIdx="0" presStyleCnt="5"/>
      <dgm:spPr/>
    </dgm:pt>
    <dgm:pt modelId="{F0944543-A4ED-0847-B668-566E722D6DAB}" type="pres">
      <dgm:prSet presAssocID="{AA390AF3-2092-44D5-A5D2-6B067A66371C}" presName="dummy" presStyleCnt="0"/>
      <dgm:spPr/>
    </dgm:pt>
    <dgm:pt modelId="{2C0E398D-D90F-8C44-A472-F391E88F9EE3}" type="pres">
      <dgm:prSet presAssocID="{AA390AF3-2092-44D5-A5D2-6B067A66371C}" presName="node" presStyleLbl="revTx" presStyleIdx="1" presStyleCnt="5">
        <dgm:presLayoutVars>
          <dgm:bulletEnabled val="1"/>
        </dgm:presLayoutVars>
      </dgm:prSet>
      <dgm:spPr/>
    </dgm:pt>
    <dgm:pt modelId="{44AC4E68-5CA0-7C46-BD54-A965DD3E09AF}" type="pres">
      <dgm:prSet presAssocID="{C265CC7F-7695-4B61-A9CB-77F9C19B3853}" presName="sibTrans" presStyleLbl="node1" presStyleIdx="1" presStyleCnt="5"/>
      <dgm:spPr/>
    </dgm:pt>
    <dgm:pt modelId="{B50E73F0-2ADC-3540-B396-D8D940392D28}" type="pres">
      <dgm:prSet presAssocID="{CAFAB816-A095-4D0A-A432-3C73F92FBAA9}" presName="dummy" presStyleCnt="0"/>
      <dgm:spPr/>
    </dgm:pt>
    <dgm:pt modelId="{BBA36B70-F738-014A-9778-3B121F08BABA}" type="pres">
      <dgm:prSet presAssocID="{CAFAB816-A095-4D0A-A432-3C73F92FBAA9}" presName="node" presStyleLbl="revTx" presStyleIdx="2" presStyleCnt="5">
        <dgm:presLayoutVars>
          <dgm:bulletEnabled val="1"/>
        </dgm:presLayoutVars>
      </dgm:prSet>
      <dgm:spPr/>
    </dgm:pt>
    <dgm:pt modelId="{C83BAE1E-013E-E34D-91A7-07099E3B7061}" type="pres">
      <dgm:prSet presAssocID="{39D99A11-2952-4C1A-9530-58C9F194E273}" presName="sibTrans" presStyleLbl="node1" presStyleIdx="2" presStyleCnt="5"/>
      <dgm:spPr/>
    </dgm:pt>
    <dgm:pt modelId="{FB9525C1-3B58-FF4E-9888-07073589EA2B}" type="pres">
      <dgm:prSet presAssocID="{016DB0E3-38D0-40DD-A2CF-33B428A93BA2}" presName="dummy" presStyleCnt="0"/>
      <dgm:spPr/>
    </dgm:pt>
    <dgm:pt modelId="{5002E5E4-8835-0B46-B8EF-8FAC58977BC8}" type="pres">
      <dgm:prSet presAssocID="{016DB0E3-38D0-40DD-A2CF-33B428A93BA2}" presName="node" presStyleLbl="revTx" presStyleIdx="3" presStyleCnt="5">
        <dgm:presLayoutVars>
          <dgm:bulletEnabled val="1"/>
        </dgm:presLayoutVars>
      </dgm:prSet>
      <dgm:spPr/>
    </dgm:pt>
    <dgm:pt modelId="{959FD469-8114-3E44-91BD-67AA18A4E502}" type="pres">
      <dgm:prSet presAssocID="{B6FDED6F-8C43-42AE-B839-BA1434582741}" presName="sibTrans" presStyleLbl="node1" presStyleIdx="3" presStyleCnt="5"/>
      <dgm:spPr/>
    </dgm:pt>
    <dgm:pt modelId="{8B7244A0-AA09-4542-AF62-386D2FFE51B1}" type="pres">
      <dgm:prSet presAssocID="{5DFEA2D6-24A6-404E-ABF1-5C9E255E82E5}" presName="dummy" presStyleCnt="0"/>
      <dgm:spPr/>
    </dgm:pt>
    <dgm:pt modelId="{E71E69EC-96C5-D34A-9591-98FE74C16694}" type="pres">
      <dgm:prSet presAssocID="{5DFEA2D6-24A6-404E-ABF1-5C9E255E82E5}" presName="node" presStyleLbl="revTx" presStyleIdx="4" presStyleCnt="5">
        <dgm:presLayoutVars>
          <dgm:bulletEnabled val="1"/>
        </dgm:presLayoutVars>
      </dgm:prSet>
      <dgm:spPr/>
    </dgm:pt>
    <dgm:pt modelId="{758EE396-A4CC-6E4A-BD08-EAFAB97147B5}" type="pres">
      <dgm:prSet presAssocID="{DF80BD95-5F2E-4CD7-937F-BB405B7A203D}" presName="sibTrans" presStyleLbl="node1" presStyleIdx="4" presStyleCnt="5"/>
      <dgm:spPr/>
    </dgm:pt>
  </dgm:ptLst>
  <dgm:cxnLst>
    <dgm:cxn modelId="{EC814513-67CB-1F4A-A234-B74EAB2DE6AB}" type="presOf" srcId="{5DFEA2D6-24A6-404E-ABF1-5C9E255E82E5}" destId="{E71E69EC-96C5-D34A-9591-98FE74C16694}" srcOrd="0" destOrd="0" presId="urn:microsoft.com/office/officeart/2005/8/layout/cycle1"/>
    <dgm:cxn modelId="{5FEF7417-7051-4222-84E8-7DF8636914B8}" srcId="{97909A56-590B-4354-BDBE-30B49AB7C3B7}" destId="{AA390AF3-2092-44D5-A5D2-6B067A66371C}" srcOrd="1" destOrd="0" parTransId="{2D1FF241-029C-478C-A7B3-5BC86C6F8E6D}" sibTransId="{C265CC7F-7695-4B61-A9CB-77F9C19B3853}"/>
    <dgm:cxn modelId="{2844551C-C45E-49D7-86B4-62F8B8E114A7}" srcId="{97909A56-590B-4354-BDBE-30B49AB7C3B7}" destId="{CAFAB816-A095-4D0A-A432-3C73F92FBAA9}" srcOrd="2" destOrd="0" parTransId="{5EF40306-D489-4ECE-B7E6-DFA762D0FF3F}" sibTransId="{39D99A11-2952-4C1A-9530-58C9F194E273}"/>
    <dgm:cxn modelId="{42DAC324-6D7B-604D-A88A-F8672DF6A43D}" type="presOf" srcId="{97909A56-590B-4354-BDBE-30B49AB7C3B7}" destId="{00E9921E-23E1-A44E-BD28-51221882F5A5}" srcOrd="0" destOrd="0" presId="urn:microsoft.com/office/officeart/2005/8/layout/cycle1"/>
    <dgm:cxn modelId="{8C30BC25-0C27-3A41-B3BD-1838782821B2}" type="presOf" srcId="{10261D98-2543-4676-BB61-D12429546BD7}" destId="{F88BCAAE-6944-F149-AAE4-09453DB88AEC}" srcOrd="0" destOrd="0" presId="urn:microsoft.com/office/officeart/2005/8/layout/cycle1"/>
    <dgm:cxn modelId="{A2CFE62C-62EE-134E-8574-36A577F2A355}" type="presOf" srcId="{C265CC7F-7695-4B61-A9CB-77F9C19B3853}" destId="{44AC4E68-5CA0-7C46-BD54-A965DD3E09AF}" srcOrd="0" destOrd="0" presId="urn:microsoft.com/office/officeart/2005/8/layout/cycle1"/>
    <dgm:cxn modelId="{57BF8C32-F385-EB47-9039-EAD45E4C5EB5}" type="presOf" srcId="{DF80BD95-5F2E-4CD7-937F-BB405B7A203D}" destId="{758EE396-A4CC-6E4A-BD08-EAFAB97147B5}" srcOrd="0" destOrd="0" presId="urn:microsoft.com/office/officeart/2005/8/layout/cycle1"/>
    <dgm:cxn modelId="{55449A40-26EF-4080-89E1-215579F60ED5}" srcId="{97909A56-590B-4354-BDBE-30B49AB7C3B7}" destId="{5DFEA2D6-24A6-404E-ABF1-5C9E255E82E5}" srcOrd="4" destOrd="0" parTransId="{6658A758-6C23-4A37-90E7-F7C7EA5FD4D7}" sibTransId="{DF80BD95-5F2E-4CD7-937F-BB405B7A203D}"/>
    <dgm:cxn modelId="{388E6D6F-D363-4047-B0AD-13E46CF92D2B}" type="presOf" srcId="{AA390AF3-2092-44D5-A5D2-6B067A66371C}" destId="{2C0E398D-D90F-8C44-A472-F391E88F9EE3}" srcOrd="0" destOrd="0" presId="urn:microsoft.com/office/officeart/2005/8/layout/cycle1"/>
    <dgm:cxn modelId="{4070D372-5EDB-0848-B0F9-C35C7E589018}" type="presOf" srcId="{CAFAB816-A095-4D0A-A432-3C73F92FBAA9}" destId="{BBA36B70-F738-014A-9778-3B121F08BABA}" srcOrd="0" destOrd="0" presId="urn:microsoft.com/office/officeart/2005/8/layout/cycle1"/>
    <dgm:cxn modelId="{CF2CEE9E-BE1B-974A-A7FE-E2F07FC5AA81}" type="presOf" srcId="{B6FDED6F-8C43-42AE-B839-BA1434582741}" destId="{959FD469-8114-3E44-91BD-67AA18A4E502}" srcOrd="0" destOrd="0" presId="urn:microsoft.com/office/officeart/2005/8/layout/cycle1"/>
    <dgm:cxn modelId="{45941DAB-A393-437B-AADE-993A5853700B}" srcId="{97909A56-590B-4354-BDBE-30B49AB7C3B7}" destId="{016DB0E3-38D0-40DD-A2CF-33B428A93BA2}" srcOrd="3" destOrd="0" parTransId="{46D0C60D-9CB8-41D6-AFF5-275F3F2991C3}" sibTransId="{B6FDED6F-8C43-42AE-B839-BA1434582741}"/>
    <dgm:cxn modelId="{701122B1-E795-B343-B7C2-7EE0C6A3E49C}" type="presOf" srcId="{016DB0E3-38D0-40DD-A2CF-33B428A93BA2}" destId="{5002E5E4-8835-0B46-B8EF-8FAC58977BC8}" srcOrd="0" destOrd="0" presId="urn:microsoft.com/office/officeart/2005/8/layout/cycle1"/>
    <dgm:cxn modelId="{8EB093CD-383D-8D45-AA2B-1FAB49BA4B2B}" type="presOf" srcId="{39D99A11-2952-4C1A-9530-58C9F194E273}" destId="{C83BAE1E-013E-E34D-91A7-07099E3B7061}" srcOrd="0" destOrd="0" presId="urn:microsoft.com/office/officeart/2005/8/layout/cycle1"/>
    <dgm:cxn modelId="{2532BDF1-5171-4223-83D1-EC5A5C14EA5A}" srcId="{97909A56-590B-4354-BDBE-30B49AB7C3B7}" destId="{10261D98-2543-4676-BB61-D12429546BD7}" srcOrd="0" destOrd="0" parTransId="{74D63B5C-61E8-4333-8EEC-6AE81F469DE2}" sibTransId="{4967B2C0-C0D5-45A5-9BAA-60FB9B8A4F08}"/>
    <dgm:cxn modelId="{D3199FFC-D32F-9344-A149-6478570494FE}" type="presOf" srcId="{4967B2C0-C0D5-45A5-9BAA-60FB9B8A4F08}" destId="{A97EC151-EA6D-2448-927D-04E89E83D5D0}" srcOrd="0" destOrd="0" presId="urn:microsoft.com/office/officeart/2005/8/layout/cycle1"/>
    <dgm:cxn modelId="{40B62C8D-1654-DE46-A253-F21DFE80ADD0}" type="presParOf" srcId="{00E9921E-23E1-A44E-BD28-51221882F5A5}" destId="{D676B7BA-AD29-5143-8120-E7DF131DF6E4}" srcOrd="0" destOrd="0" presId="urn:microsoft.com/office/officeart/2005/8/layout/cycle1"/>
    <dgm:cxn modelId="{AAF7ABEA-795A-FB43-9D3C-527DB5B2D434}" type="presParOf" srcId="{00E9921E-23E1-A44E-BD28-51221882F5A5}" destId="{F88BCAAE-6944-F149-AAE4-09453DB88AEC}" srcOrd="1" destOrd="0" presId="urn:microsoft.com/office/officeart/2005/8/layout/cycle1"/>
    <dgm:cxn modelId="{77240122-716E-6C43-B4B5-CD0B94CD7BB1}" type="presParOf" srcId="{00E9921E-23E1-A44E-BD28-51221882F5A5}" destId="{A97EC151-EA6D-2448-927D-04E89E83D5D0}" srcOrd="2" destOrd="0" presId="urn:microsoft.com/office/officeart/2005/8/layout/cycle1"/>
    <dgm:cxn modelId="{C3B2987F-38EE-9741-95FE-146C13B7C573}" type="presParOf" srcId="{00E9921E-23E1-A44E-BD28-51221882F5A5}" destId="{F0944543-A4ED-0847-B668-566E722D6DAB}" srcOrd="3" destOrd="0" presId="urn:microsoft.com/office/officeart/2005/8/layout/cycle1"/>
    <dgm:cxn modelId="{D1779564-D269-B644-B391-2835005F47EB}" type="presParOf" srcId="{00E9921E-23E1-A44E-BD28-51221882F5A5}" destId="{2C0E398D-D90F-8C44-A472-F391E88F9EE3}" srcOrd="4" destOrd="0" presId="urn:microsoft.com/office/officeart/2005/8/layout/cycle1"/>
    <dgm:cxn modelId="{7F34A0E7-CEE0-0C4F-AF25-B35CBC1D5FDF}" type="presParOf" srcId="{00E9921E-23E1-A44E-BD28-51221882F5A5}" destId="{44AC4E68-5CA0-7C46-BD54-A965DD3E09AF}" srcOrd="5" destOrd="0" presId="urn:microsoft.com/office/officeart/2005/8/layout/cycle1"/>
    <dgm:cxn modelId="{8BE4E25C-3205-7745-9974-4A6B9A596417}" type="presParOf" srcId="{00E9921E-23E1-A44E-BD28-51221882F5A5}" destId="{B50E73F0-2ADC-3540-B396-D8D940392D28}" srcOrd="6" destOrd="0" presId="urn:microsoft.com/office/officeart/2005/8/layout/cycle1"/>
    <dgm:cxn modelId="{C52CD917-247D-A64E-A9FE-1F760A8E2617}" type="presParOf" srcId="{00E9921E-23E1-A44E-BD28-51221882F5A5}" destId="{BBA36B70-F738-014A-9778-3B121F08BABA}" srcOrd="7" destOrd="0" presId="urn:microsoft.com/office/officeart/2005/8/layout/cycle1"/>
    <dgm:cxn modelId="{D54C0DF3-3233-4D42-BAC0-85B5AA4860E5}" type="presParOf" srcId="{00E9921E-23E1-A44E-BD28-51221882F5A5}" destId="{C83BAE1E-013E-E34D-91A7-07099E3B7061}" srcOrd="8" destOrd="0" presId="urn:microsoft.com/office/officeart/2005/8/layout/cycle1"/>
    <dgm:cxn modelId="{12E8D79A-6C72-1947-B978-794190D3FDE5}" type="presParOf" srcId="{00E9921E-23E1-A44E-BD28-51221882F5A5}" destId="{FB9525C1-3B58-FF4E-9888-07073589EA2B}" srcOrd="9" destOrd="0" presId="urn:microsoft.com/office/officeart/2005/8/layout/cycle1"/>
    <dgm:cxn modelId="{D0C460D2-D353-934B-AC1D-DC83C7D95FEA}" type="presParOf" srcId="{00E9921E-23E1-A44E-BD28-51221882F5A5}" destId="{5002E5E4-8835-0B46-B8EF-8FAC58977BC8}" srcOrd="10" destOrd="0" presId="urn:microsoft.com/office/officeart/2005/8/layout/cycle1"/>
    <dgm:cxn modelId="{112DF100-51D6-9749-9E37-38B302A8F2C7}" type="presParOf" srcId="{00E9921E-23E1-A44E-BD28-51221882F5A5}" destId="{959FD469-8114-3E44-91BD-67AA18A4E502}" srcOrd="11" destOrd="0" presId="urn:microsoft.com/office/officeart/2005/8/layout/cycle1"/>
    <dgm:cxn modelId="{1B3DE59C-3AB6-BF4C-8674-D711293E2F18}" type="presParOf" srcId="{00E9921E-23E1-A44E-BD28-51221882F5A5}" destId="{8B7244A0-AA09-4542-AF62-386D2FFE51B1}" srcOrd="12" destOrd="0" presId="urn:microsoft.com/office/officeart/2005/8/layout/cycle1"/>
    <dgm:cxn modelId="{8A36644C-8528-6242-A4CB-0E2DED0CD9FF}" type="presParOf" srcId="{00E9921E-23E1-A44E-BD28-51221882F5A5}" destId="{E71E69EC-96C5-D34A-9591-98FE74C16694}" srcOrd="13" destOrd="0" presId="urn:microsoft.com/office/officeart/2005/8/layout/cycle1"/>
    <dgm:cxn modelId="{BDF05CD8-80FD-F048-A685-65E86EF9D3F0}" type="presParOf" srcId="{00E9921E-23E1-A44E-BD28-51221882F5A5}" destId="{758EE396-A4CC-6E4A-BD08-EAFAB97147B5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C408B5B-CC24-4F70-B014-8B5D83C44B3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7C76BEF-09EA-4464-BEC2-02DCF28EAA8A}">
      <dgm:prSet/>
      <dgm:spPr/>
      <dgm:t>
        <a:bodyPr/>
        <a:lstStyle/>
        <a:p>
          <a:r>
            <a:rPr lang="en-US"/>
            <a:t>BM25 may over-prioritize exact keywords.</a:t>
          </a:r>
        </a:p>
      </dgm:t>
    </dgm:pt>
    <dgm:pt modelId="{27F74D50-5838-4685-96E7-C24DF32D740B}" type="parTrans" cxnId="{E8A25BC9-23C4-4AEC-8CE8-FA330C61DE90}">
      <dgm:prSet/>
      <dgm:spPr/>
      <dgm:t>
        <a:bodyPr/>
        <a:lstStyle/>
        <a:p>
          <a:endParaRPr lang="en-US"/>
        </a:p>
      </dgm:t>
    </dgm:pt>
    <dgm:pt modelId="{58AE9D0C-1503-4E46-A4D7-DEB54F545AB2}" type="sibTrans" cxnId="{E8A25BC9-23C4-4AEC-8CE8-FA330C61DE90}">
      <dgm:prSet/>
      <dgm:spPr/>
      <dgm:t>
        <a:bodyPr/>
        <a:lstStyle/>
        <a:p>
          <a:endParaRPr lang="en-US"/>
        </a:p>
      </dgm:t>
    </dgm:pt>
    <dgm:pt modelId="{CE3D9C9E-713F-43F6-91D8-99DE914C586A}">
      <dgm:prSet/>
      <dgm:spPr/>
      <dgm:t>
        <a:bodyPr/>
        <a:lstStyle/>
        <a:p>
          <a:r>
            <a:rPr lang="en-US"/>
            <a:t>Semantic matches may be missed</a:t>
          </a:r>
        </a:p>
      </dgm:t>
    </dgm:pt>
    <dgm:pt modelId="{EE5FE196-8BC2-4EC7-8B1B-348A77C9677B}" type="parTrans" cxnId="{64698D5A-4B2A-4332-9B53-B3B29A8A5D21}">
      <dgm:prSet/>
      <dgm:spPr/>
      <dgm:t>
        <a:bodyPr/>
        <a:lstStyle/>
        <a:p>
          <a:endParaRPr lang="en-US"/>
        </a:p>
      </dgm:t>
    </dgm:pt>
    <dgm:pt modelId="{523830D3-DA79-408C-A995-F557E61F0430}" type="sibTrans" cxnId="{64698D5A-4B2A-4332-9B53-B3B29A8A5D21}">
      <dgm:prSet/>
      <dgm:spPr/>
      <dgm:t>
        <a:bodyPr/>
        <a:lstStyle/>
        <a:p>
          <a:endParaRPr lang="en-US"/>
        </a:p>
      </dgm:t>
    </dgm:pt>
    <dgm:pt modelId="{240F7466-A26E-4239-824D-8F4007C9B82C}">
      <dgm:prSet/>
      <dgm:spPr/>
      <dgm:t>
        <a:bodyPr/>
        <a:lstStyle/>
        <a:p>
          <a:r>
            <a:rPr lang="en-US"/>
            <a:t>No full retrieval-augmented generation loop</a:t>
          </a:r>
        </a:p>
      </dgm:t>
    </dgm:pt>
    <dgm:pt modelId="{020A4CCE-AE50-46D9-85BE-44793A722A9F}" type="parTrans" cxnId="{57953AA7-63ED-481F-B523-878CFB07D99B}">
      <dgm:prSet/>
      <dgm:spPr/>
      <dgm:t>
        <a:bodyPr/>
        <a:lstStyle/>
        <a:p>
          <a:endParaRPr lang="en-US"/>
        </a:p>
      </dgm:t>
    </dgm:pt>
    <dgm:pt modelId="{444C91A5-1718-4C4B-8CD7-125864937B61}" type="sibTrans" cxnId="{57953AA7-63ED-481F-B523-878CFB07D99B}">
      <dgm:prSet/>
      <dgm:spPr/>
      <dgm:t>
        <a:bodyPr/>
        <a:lstStyle/>
        <a:p>
          <a:endParaRPr lang="en-US"/>
        </a:p>
      </dgm:t>
    </dgm:pt>
    <dgm:pt modelId="{92DA6E49-E9C0-45C5-AF4E-CEFDBA1CD81C}">
      <dgm:prSet/>
      <dgm:spPr/>
      <dgm:t>
        <a:bodyPr/>
        <a:lstStyle/>
        <a:p>
          <a:r>
            <a:rPr lang="en-US"/>
            <a:t>OCR limitations for scanned PDFs</a:t>
          </a:r>
        </a:p>
      </dgm:t>
    </dgm:pt>
    <dgm:pt modelId="{4B26E1AC-4283-4FBB-97A4-6E8ACCA413E1}" type="parTrans" cxnId="{9E241E43-6051-426D-8802-6CFA1F0C5936}">
      <dgm:prSet/>
      <dgm:spPr/>
      <dgm:t>
        <a:bodyPr/>
        <a:lstStyle/>
        <a:p>
          <a:endParaRPr lang="en-US"/>
        </a:p>
      </dgm:t>
    </dgm:pt>
    <dgm:pt modelId="{1FCB671B-F584-4125-848E-84EB990B3A6C}" type="sibTrans" cxnId="{9E241E43-6051-426D-8802-6CFA1F0C5936}">
      <dgm:prSet/>
      <dgm:spPr/>
      <dgm:t>
        <a:bodyPr/>
        <a:lstStyle/>
        <a:p>
          <a:endParaRPr lang="en-US"/>
        </a:p>
      </dgm:t>
    </dgm:pt>
    <dgm:pt modelId="{7E1D624C-893A-4B0A-B873-2E5D9B300B83}">
      <dgm:prSet/>
      <dgm:spPr/>
      <dgm:t>
        <a:bodyPr/>
        <a:lstStyle/>
        <a:p>
          <a:r>
            <a:rPr lang="en-US"/>
            <a:t>Future work: Hybrid retrieval + dense embeddings</a:t>
          </a:r>
        </a:p>
      </dgm:t>
    </dgm:pt>
    <dgm:pt modelId="{CD968D2B-DD89-49EC-B120-A612654BE987}" type="parTrans" cxnId="{85B9B430-BE48-41C5-98E9-3D622A61F791}">
      <dgm:prSet/>
      <dgm:spPr/>
      <dgm:t>
        <a:bodyPr/>
        <a:lstStyle/>
        <a:p>
          <a:endParaRPr lang="en-US"/>
        </a:p>
      </dgm:t>
    </dgm:pt>
    <dgm:pt modelId="{2F8895BA-560A-4B39-934C-5B6880938055}" type="sibTrans" cxnId="{85B9B430-BE48-41C5-98E9-3D622A61F791}">
      <dgm:prSet/>
      <dgm:spPr/>
      <dgm:t>
        <a:bodyPr/>
        <a:lstStyle/>
        <a:p>
          <a:endParaRPr lang="en-US"/>
        </a:p>
      </dgm:t>
    </dgm:pt>
    <dgm:pt modelId="{8E9CCAA0-640F-4B49-8BC0-70B6B6DA44A4}" type="pres">
      <dgm:prSet presAssocID="{2C408B5B-CC24-4F70-B014-8B5D83C44B30}" presName="linear" presStyleCnt="0">
        <dgm:presLayoutVars>
          <dgm:animLvl val="lvl"/>
          <dgm:resizeHandles val="exact"/>
        </dgm:presLayoutVars>
      </dgm:prSet>
      <dgm:spPr/>
    </dgm:pt>
    <dgm:pt modelId="{795A4A70-AEA9-F347-8F70-7D5EF82B8FAC}" type="pres">
      <dgm:prSet presAssocID="{67C76BEF-09EA-4464-BEC2-02DCF28EAA8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3E53A66-BA5F-0741-88CC-76EBF473562C}" type="pres">
      <dgm:prSet presAssocID="{58AE9D0C-1503-4E46-A4D7-DEB54F545AB2}" presName="spacer" presStyleCnt="0"/>
      <dgm:spPr/>
    </dgm:pt>
    <dgm:pt modelId="{DBE31AFD-B8A8-D74F-A4D0-575B3A555B53}" type="pres">
      <dgm:prSet presAssocID="{CE3D9C9E-713F-43F6-91D8-99DE914C586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A1735A6-CC10-5946-9A37-E976CE676E45}" type="pres">
      <dgm:prSet presAssocID="{523830D3-DA79-408C-A995-F557E61F0430}" presName="spacer" presStyleCnt="0"/>
      <dgm:spPr/>
    </dgm:pt>
    <dgm:pt modelId="{030F6D8E-173D-0B48-ABB9-9CF77AF5BCF9}" type="pres">
      <dgm:prSet presAssocID="{240F7466-A26E-4239-824D-8F4007C9B82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8969C6D-DD07-7145-9356-D251A0C4DF8D}" type="pres">
      <dgm:prSet presAssocID="{444C91A5-1718-4C4B-8CD7-125864937B61}" presName="spacer" presStyleCnt="0"/>
      <dgm:spPr/>
    </dgm:pt>
    <dgm:pt modelId="{D82ED8B5-9BA1-DC4D-B366-A321D38EBE55}" type="pres">
      <dgm:prSet presAssocID="{92DA6E49-E9C0-45C5-AF4E-CEFDBA1CD81C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39807145-B175-8244-90AD-F049B4C4E04D}" type="pres">
      <dgm:prSet presAssocID="{1FCB671B-F584-4125-848E-84EB990B3A6C}" presName="spacer" presStyleCnt="0"/>
      <dgm:spPr/>
    </dgm:pt>
    <dgm:pt modelId="{F3F70A20-FD05-DF4B-A516-20CC4FE756BA}" type="pres">
      <dgm:prSet presAssocID="{7E1D624C-893A-4B0A-B873-2E5D9B300B83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96E1821-A8B1-D449-9107-1D0DBAE518F0}" type="presOf" srcId="{7E1D624C-893A-4B0A-B873-2E5D9B300B83}" destId="{F3F70A20-FD05-DF4B-A516-20CC4FE756BA}" srcOrd="0" destOrd="0" presId="urn:microsoft.com/office/officeart/2005/8/layout/vList2"/>
    <dgm:cxn modelId="{85B9B430-BE48-41C5-98E9-3D622A61F791}" srcId="{2C408B5B-CC24-4F70-B014-8B5D83C44B30}" destId="{7E1D624C-893A-4B0A-B873-2E5D9B300B83}" srcOrd="4" destOrd="0" parTransId="{CD968D2B-DD89-49EC-B120-A612654BE987}" sibTransId="{2F8895BA-560A-4B39-934C-5B6880938055}"/>
    <dgm:cxn modelId="{F0440334-9D3A-2F4C-B029-D5F0E7128725}" type="presOf" srcId="{67C76BEF-09EA-4464-BEC2-02DCF28EAA8A}" destId="{795A4A70-AEA9-F347-8F70-7D5EF82B8FAC}" srcOrd="0" destOrd="0" presId="urn:microsoft.com/office/officeart/2005/8/layout/vList2"/>
    <dgm:cxn modelId="{9E241E43-6051-426D-8802-6CFA1F0C5936}" srcId="{2C408B5B-CC24-4F70-B014-8B5D83C44B30}" destId="{92DA6E49-E9C0-45C5-AF4E-CEFDBA1CD81C}" srcOrd="3" destOrd="0" parTransId="{4B26E1AC-4283-4FBB-97A4-6E8ACCA413E1}" sibTransId="{1FCB671B-F584-4125-848E-84EB990B3A6C}"/>
    <dgm:cxn modelId="{53047357-AF27-134E-B0A9-58094E1157EF}" type="presOf" srcId="{CE3D9C9E-713F-43F6-91D8-99DE914C586A}" destId="{DBE31AFD-B8A8-D74F-A4D0-575B3A555B53}" srcOrd="0" destOrd="0" presId="urn:microsoft.com/office/officeart/2005/8/layout/vList2"/>
    <dgm:cxn modelId="{64698D5A-4B2A-4332-9B53-B3B29A8A5D21}" srcId="{2C408B5B-CC24-4F70-B014-8B5D83C44B30}" destId="{CE3D9C9E-713F-43F6-91D8-99DE914C586A}" srcOrd="1" destOrd="0" parTransId="{EE5FE196-8BC2-4EC7-8B1B-348A77C9677B}" sibTransId="{523830D3-DA79-408C-A995-F557E61F0430}"/>
    <dgm:cxn modelId="{B864D796-30ED-264E-A0AA-5F2E1CBF255C}" type="presOf" srcId="{92DA6E49-E9C0-45C5-AF4E-CEFDBA1CD81C}" destId="{D82ED8B5-9BA1-DC4D-B366-A321D38EBE55}" srcOrd="0" destOrd="0" presId="urn:microsoft.com/office/officeart/2005/8/layout/vList2"/>
    <dgm:cxn modelId="{8AC6AB97-C229-F64A-9282-9196FD9FBE83}" type="presOf" srcId="{2C408B5B-CC24-4F70-B014-8B5D83C44B30}" destId="{8E9CCAA0-640F-4B49-8BC0-70B6B6DA44A4}" srcOrd="0" destOrd="0" presId="urn:microsoft.com/office/officeart/2005/8/layout/vList2"/>
    <dgm:cxn modelId="{57953AA7-63ED-481F-B523-878CFB07D99B}" srcId="{2C408B5B-CC24-4F70-B014-8B5D83C44B30}" destId="{240F7466-A26E-4239-824D-8F4007C9B82C}" srcOrd="2" destOrd="0" parTransId="{020A4CCE-AE50-46D9-85BE-44793A722A9F}" sibTransId="{444C91A5-1718-4C4B-8CD7-125864937B61}"/>
    <dgm:cxn modelId="{E8A25BC9-23C4-4AEC-8CE8-FA330C61DE90}" srcId="{2C408B5B-CC24-4F70-B014-8B5D83C44B30}" destId="{67C76BEF-09EA-4464-BEC2-02DCF28EAA8A}" srcOrd="0" destOrd="0" parTransId="{27F74D50-5838-4685-96E7-C24DF32D740B}" sibTransId="{58AE9D0C-1503-4E46-A4D7-DEB54F545AB2}"/>
    <dgm:cxn modelId="{123562CE-AAC4-0546-8F3C-5017BB7F82AA}" type="presOf" srcId="{240F7466-A26E-4239-824D-8F4007C9B82C}" destId="{030F6D8E-173D-0B48-ABB9-9CF77AF5BCF9}" srcOrd="0" destOrd="0" presId="urn:microsoft.com/office/officeart/2005/8/layout/vList2"/>
    <dgm:cxn modelId="{5DCD162B-69FA-6247-A3DA-7FD88C6D4375}" type="presParOf" srcId="{8E9CCAA0-640F-4B49-8BC0-70B6B6DA44A4}" destId="{795A4A70-AEA9-F347-8F70-7D5EF82B8FAC}" srcOrd="0" destOrd="0" presId="urn:microsoft.com/office/officeart/2005/8/layout/vList2"/>
    <dgm:cxn modelId="{6D927EC4-67B1-124A-89A9-17999972CCC9}" type="presParOf" srcId="{8E9CCAA0-640F-4B49-8BC0-70B6B6DA44A4}" destId="{D3E53A66-BA5F-0741-88CC-76EBF473562C}" srcOrd="1" destOrd="0" presId="urn:microsoft.com/office/officeart/2005/8/layout/vList2"/>
    <dgm:cxn modelId="{F4A17C8C-8ED5-9646-AEDA-B348D26CD36F}" type="presParOf" srcId="{8E9CCAA0-640F-4B49-8BC0-70B6B6DA44A4}" destId="{DBE31AFD-B8A8-D74F-A4D0-575B3A555B53}" srcOrd="2" destOrd="0" presId="urn:microsoft.com/office/officeart/2005/8/layout/vList2"/>
    <dgm:cxn modelId="{1F5B660D-992E-934F-A1A4-21F310550F3D}" type="presParOf" srcId="{8E9CCAA0-640F-4B49-8BC0-70B6B6DA44A4}" destId="{7A1735A6-CC10-5946-9A37-E976CE676E45}" srcOrd="3" destOrd="0" presId="urn:microsoft.com/office/officeart/2005/8/layout/vList2"/>
    <dgm:cxn modelId="{C4BD8505-1DBC-1645-B5C6-6FF1489D3A46}" type="presParOf" srcId="{8E9CCAA0-640F-4B49-8BC0-70B6B6DA44A4}" destId="{030F6D8E-173D-0B48-ABB9-9CF77AF5BCF9}" srcOrd="4" destOrd="0" presId="urn:microsoft.com/office/officeart/2005/8/layout/vList2"/>
    <dgm:cxn modelId="{A9D47B9B-3149-6F4C-9D9A-CDF742ABA3B1}" type="presParOf" srcId="{8E9CCAA0-640F-4B49-8BC0-70B6B6DA44A4}" destId="{38969C6D-DD07-7145-9356-D251A0C4DF8D}" srcOrd="5" destOrd="0" presId="urn:microsoft.com/office/officeart/2005/8/layout/vList2"/>
    <dgm:cxn modelId="{3EF3754F-4DAF-0041-8D5D-B75ED7DF51E0}" type="presParOf" srcId="{8E9CCAA0-640F-4B49-8BC0-70B6B6DA44A4}" destId="{D82ED8B5-9BA1-DC4D-B366-A321D38EBE55}" srcOrd="6" destOrd="0" presId="urn:microsoft.com/office/officeart/2005/8/layout/vList2"/>
    <dgm:cxn modelId="{A2C4E994-C548-F540-B0A4-67A9EB6654A3}" type="presParOf" srcId="{8E9CCAA0-640F-4B49-8BC0-70B6B6DA44A4}" destId="{39807145-B175-8244-90AD-F049B4C4E04D}" srcOrd="7" destOrd="0" presId="urn:microsoft.com/office/officeart/2005/8/layout/vList2"/>
    <dgm:cxn modelId="{2A397ECD-D26C-CE4F-9FA5-9AC417F36AAA}" type="presParOf" srcId="{8E9CCAA0-640F-4B49-8BC0-70B6B6DA44A4}" destId="{F3F70A20-FD05-DF4B-A516-20CC4FE756B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099A6BA-3028-4DF3-8F57-262A9AAD64F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4747CF1-DCEA-4946-87A2-51F30250DF5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 err="1"/>
            <a:t>Github</a:t>
          </a:r>
          <a:r>
            <a:rPr lang="en-US" dirty="0"/>
            <a:t> Link:</a:t>
          </a:r>
        </a:p>
        <a:p>
          <a:pPr>
            <a:lnSpc>
              <a:spcPct val="100000"/>
            </a:lnSpc>
            <a:defRPr cap="all"/>
          </a:pPr>
          <a:r>
            <a:rPr lang="en-US" dirty="0">
              <a:hlinkClick xmlns:r="http://schemas.openxmlformats.org/officeDocument/2006/relationships" r:id="rId1"/>
            </a:rPr>
            <a:t>https://github.com/Ag230602/Gen_AI_ADRIJA</a:t>
          </a:r>
          <a:endParaRPr lang="en-US" dirty="0"/>
        </a:p>
        <a:p>
          <a:pPr>
            <a:lnSpc>
              <a:spcPct val="100000"/>
            </a:lnSpc>
            <a:defRPr cap="all"/>
          </a:pPr>
          <a:endParaRPr lang="en-US" dirty="0"/>
        </a:p>
        <a:p>
          <a:pPr>
            <a:defRPr cap="all"/>
          </a:pPr>
          <a:endParaRPr lang="en-US" dirty="0"/>
        </a:p>
      </dgm:t>
    </dgm:pt>
    <dgm:pt modelId="{C0633FF5-8433-4030-B4B9-A891A7DB0929}" type="parTrans" cxnId="{B897465A-DA05-413D-BF9F-DA0B4D011F15}">
      <dgm:prSet/>
      <dgm:spPr/>
      <dgm:t>
        <a:bodyPr/>
        <a:lstStyle/>
        <a:p>
          <a:endParaRPr lang="en-US"/>
        </a:p>
      </dgm:t>
    </dgm:pt>
    <dgm:pt modelId="{5158B268-A82D-4AA2-AA86-7187F324DA83}" type="sibTrans" cxnId="{B897465A-DA05-413D-BF9F-DA0B4D011F15}">
      <dgm:prSet/>
      <dgm:spPr/>
      <dgm:t>
        <a:bodyPr/>
        <a:lstStyle/>
        <a:p>
          <a:endParaRPr lang="en-US"/>
        </a:p>
      </dgm:t>
    </dgm:pt>
    <dgm:pt modelId="{DA907988-8DE7-49A8-8128-F8F339A3352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Dashboard Link:</a:t>
          </a:r>
        </a:p>
        <a:p>
          <a:pPr>
            <a:lnSpc>
              <a:spcPct val="100000"/>
            </a:lnSpc>
            <a:defRPr cap="all"/>
          </a:pPr>
          <a:r>
            <a:rPr lang="en-US" dirty="0">
              <a:hlinkClick xmlns:r="http://schemas.openxmlformats.org/officeDocument/2006/relationships" r:id="rId2"/>
            </a:rPr>
            <a:t>https://genaiadrija-4hgtalkipufv8gsbb3qmvi.streamlit.app/</a:t>
          </a:r>
          <a:endParaRPr lang="en-US" dirty="0"/>
        </a:p>
        <a:p>
          <a:pPr>
            <a:defRPr cap="all"/>
          </a:pPr>
          <a:endParaRPr lang="en-US" dirty="0"/>
        </a:p>
      </dgm:t>
    </dgm:pt>
    <dgm:pt modelId="{EBBF462F-499C-4EC5-A81C-B513151F4CF1}" type="parTrans" cxnId="{7937D4A6-FEF8-4015-AC64-62F660DA11BD}">
      <dgm:prSet/>
      <dgm:spPr/>
      <dgm:t>
        <a:bodyPr/>
        <a:lstStyle/>
        <a:p>
          <a:endParaRPr lang="en-US"/>
        </a:p>
      </dgm:t>
    </dgm:pt>
    <dgm:pt modelId="{9C8D41C3-7A78-4FA9-A954-98CD59DBA083}" type="sibTrans" cxnId="{7937D4A6-FEF8-4015-AC64-62F660DA11BD}">
      <dgm:prSet/>
      <dgm:spPr/>
      <dgm:t>
        <a:bodyPr/>
        <a:lstStyle/>
        <a:p>
          <a:endParaRPr lang="en-US"/>
        </a:p>
      </dgm:t>
    </dgm:pt>
    <dgm:pt modelId="{010FC63B-D0C5-4648-9A5C-DD855D043A9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Video link:</a:t>
          </a:r>
        </a:p>
        <a:p>
          <a:pPr>
            <a:lnSpc>
              <a:spcPct val="100000"/>
            </a:lnSpc>
            <a:defRPr cap="all"/>
          </a:pPr>
          <a:r>
            <a:rPr lang="en-US" dirty="0">
              <a:hlinkClick xmlns:r="http://schemas.openxmlformats.org/officeDocument/2006/relationships" r:id="rId3"/>
            </a:rPr>
            <a:t>https://youtu.be/2xwT7fOimkU</a:t>
          </a:r>
          <a:endParaRPr lang="en-US" dirty="0"/>
        </a:p>
        <a:p>
          <a:pPr>
            <a:lnSpc>
              <a:spcPct val="100000"/>
            </a:lnSpc>
            <a:defRPr cap="all"/>
          </a:pPr>
          <a:endParaRPr lang="en-US" dirty="0"/>
        </a:p>
        <a:p>
          <a:pPr>
            <a:lnSpc>
              <a:spcPct val="100000"/>
            </a:lnSpc>
            <a:defRPr cap="all"/>
          </a:pPr>
          <a:endParaRPr lang="en-US" dirty="0"/>
        </a:p>
        <a:p>
          <a:pPr>
            <a:lnSpc>
              <a:spcPct val="100000"/>
            </a:lnSpc>
            <a:defRPr cap="all"/>
          </a:pPr>
          <a:endParaRPr lang="en-US" dirty="0"/>
        </a:p>
      </dgm:t>
    </dgm:pt>
    <dgm:pt modelId="{F0B41C69-8162-4B63-9E94-5F7C23EC6856}" type="sibTrans" cxnId="{B2854E6A-4E72-40D9-9A8C-3703E3FEFA3C}">
      <dgm:prSet/>
      <dgm:spPr/>
      <dgm:t>
        <a:bodyPr/>
        <a:lstStyle/>
        <a:p>
          <a:endParaRPr lang="en-US"/>
        </a:p>
      </dgm:t>
    </dgm:pt>
    <dgm:pt modelId="{1FF65F5B-1647-4960-98FD-A6988F85B0E2}" type="parTrans" cxnId="{B2854E6A-4E72-40D9-9A8C-3703E3FEFA3C}">
      <dgm:prSet/>
      <dgm:spPr/>
      <dgm:t>
        <a:bodyPr/>
        <a:lstStyle/>
        <a:p>
          <a:endParaRPr lang="en-US"/>
        </a:p>
      </dgm:t>
    </dgm:pt>
    <dgm:pt modelId="{72F85177-C4F3-45B6-AD9E-C347693E2C14}" type="pres">
      <dgm:prSet presAssocID="{2099A6BA-3028-4DF3-8F57-262A9AAD64FC}" presName="root" presStyleCnt="0">
        <dgm:presLayoutVars>
          <dgm:dir/>
          <dgm:resizeHandles val="exact"/>
        </dgm:presLayoutVars>
      </dgm:prSet>
      <dgm:spPr/>
    </dgm:pt>
    <dgm:pt modelId="{48BE7218-53F9-4AC7-AE32-7EF053600530}" type="pres">
      <dgm:prSet presAssocID="{010FC63B-D0C5-4648-9A5C-DD855D043A90}" presName="compNode" presStyleCnt="0"/>
      <dgm:spPr/>
    </dgm:pt>
    <dgm:pt modelId="{94FC7F89-C968-40C2-B859-832A7187A2A0}" type="pres">
      <dgm:prSet presAssocID="{010FC63B-D0C5-4648-9A5C-DD855D043A90}" presName="iconBgRect" presStyleLbl="bgShp" presStyleIdx="0" presStyleCnt="3"/>
      <dgm:spPr/>
    </dgm:pt>
    <dgm:pt modelId="{7E3750B8-20D9-42B0-A8B5-351BC72C82F2}" type="pres">
      <dgm:prSet presAssocID="{010FC63B-D0C5-4648-9A5C-DD855D043A9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7E8764E0-EE5A-4710-B0BF-D9984210EA73}" type="pres">
      <dgm:prSet presAssocID="{010FC63B-D0C5-4648-9A5C-DD855D043A90}" presName="spaceRect" presStyleCnt="0"/>
      <dgm:spPr/>
    </dgm:pt>
    <dgm:pt modelId="{CB8CB51A-1A8F-4B19-BFD8-C3AFE516094D}" type="pres">
      <dgm:prSet presAssocID="{010FC63B-D0C5-4648-9A5C-DD855D043A90}" presName="textRect" presStyleLbl="revTx" presStyleIdx="0" presStyleCnt="3">
        <dgm:presLayoutVars>
          <dgm:chMax val="1"/>
          <dgm:chPref val="1"/>
        </dgm:presLayoutVars>
      </dgm:prSet>
      <dgm:spPr/>
    </dgm:pt>
    <dgm:pt modelId="{97EC7562-1AE0-4DDC-BDA1-0D6D415E357B}" type="pres">
      <dgm:prSet presAssocID="{F0B41C69-8162-4B63-9E94-5F7C23EC6856}" presName="sibTrans" presStyleCnt="0"/>
      <dgm:spPr/>
    </dgm:pt>
    <dgm:pt modelId="{6BA8AE7F-F647-4FDA-8205-FD9C69D3C2E4}" type="pres">
      <dgm:prSet presAssocID="{74747CF1-DCEA-4946-87A2-51F30250DF55}" presName="compNode" presStyleCnt="0"/>
      <dgm:spPr/>
    </dgm:pt>
    <dgm:pt modelId="{7E25C88D-7D8F-4191-AC7A-96139CB70682}" type="pres">
      <dgm:prSet presAssocID="{74747CF1-DCEA-4946-87A2-51F30250DF55}" presName="iconBgRect" presStyleLbl="bgShp" presStyleIdx="1" presStyleCnt="3"/>
      <dgm:spPr/>
    </dgm:pt>
    <dgm:pt modelId="{C0584D63-FD77-4FA7-9F40-7DB1E472C757}" type="pres">
      <dgm:prSet presAssocID="{74747CF1-DCEA-4946-87A2-51F30250DF5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FF6824CF-FC63-4173-99DB-E407855D2572}" type="pres">
      <dgm:prSet presAssocID="{74747CF1-DCEA-4946-87A2-51F30250DF55}" presName="spaceRect" presStyleCnt="0"/>
      <dgm:spPr/>
    </dgm:pt>
    <dgm:pt modelId="{B17F7F64-16DF-48CA-AEEC-3076F50F89F3}" type="pres">
      <dgm:prSet presAssocID="{74747CF1-DCEA-4946-87A2-51F30250DF55}" presName="textRect" presStyleLbl="revTx" presStyleIdx="1" presStyleCnt="3">
        <dgm:presLayoutVars>
          <dgm:chMax val="1"/>
          <dgm:chPref val="1"/>
        </dgm:presLayoutVars>
      </dgm:prSet>
      <dgm:spPr/>
    </dgm:pt>
    <dgm:pt modelId="{D847A75E-C5C5-4E14-9A62-4EE32EFBA8D3}" type="pres">
      <dgm:prSet presAssocID="{5158B268-A82D-4AA2-AA86-7187F324DA83}" presName="sibTrans" presStyleCnt="0"/>
      <dgm:spPr/>
    </dgm:pt>
    <dgm:pt modelId="{EE5BB1C9-123F-4C53-BCC3-B018906A7D4D}" type="pres">
      <dgm:prSet presAssocID="{DA907988-8DE7-49A8-8128-F8F339A33528}" presName="compNode" presStyleCnt="0"/>
      <dgm:spPr/>
    </dgm:pt>
    <dgm:pt modelId="{2714FDE7-0818-4630-87EC-8C5E039B7D7E}" type="pres">
      <dgm:prSet presAssocID="{DA907988-8DE7-49A8-8128-F8F339A33528}" presName="iconBgRect" presStyleLbl="bgShp" presStyleIdx="2" presStyleCnt="3"/>
      <dgm:spPr/>
    </dgm:pt>
    <dgm:pt modelId="{9176A077-8A75-4DB6-8D8F-A252470C64C5}" type="pres">
      <dgm:prSet presAssocID="{DA907988-8DE7-49A8-8128-F8F339A3352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0213F961-349E-431D-BE8F-AF232DB3283D}" type="pres">
      <dgm:prSet presAssocID="{DA907988-8DE7-49A8-8128-F8F339A33528}" presName="spaceRect" presStyleCnt="0"/>
      <dgm:spPr/>
    </dgm:pt>
    <dgm:pt modelId="{4A179652-BED0-4164-865F-D6E0FA29BAF9}" type="pres">
      <dgm:prSet presAssocID="{DA907988-8DE7-49A8-8128-F8F339A3352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2854E6A-4E72-40D9-9A8C-3703E3FEFA3C}" srcId="{2099A6BA-3028-4DF3-8F57-262A9AAD64FC}" destId="{010FC63B-D0C5-4648-9A5C-DD855D043A90}" srcOrd="0" destOrd="0" parTransId="{1FF65F5B-1647-4960-98FD-A6988F85B0E2}" sibTransId="{F0B41C69-8162-4B63-9E94-5F7C23EC6856}"/>
    <dgm:cxn modelId="{B897465A-DA05-413D-BF9F-DA0B4D011F15}" srcId="{2099A6BA-3028-4DF3-8F57-262A9AAD64FC}" destId="{74747CF1-DCEA-4946-87A2-51F30250DF55}" srcOrd="1" destOrd="0" parTransId="{C0633FF5-8433-4030-B4B9-A891A7DB0929}" sibTransId="{5158B268-A82D-4AA2-AA86-7187F324DA83}"/>
    <dgm:cxn modelId="{3C26FF5A-CBF1-4E7E-9F92-026C6C7395FC}" type="presOf" srcId="{DA907988-8DE7-49A8-8128-F8F339A33528}" destId="{4A179652-BED0-4164-865F-D6E0FA29BAF9}" srcOrd="0" destOrd="0" presId="urn:microsoft.com/office/officeart/2018/5/layout/IconCircleLabelList"/>
    <dgm:cxn modelId="{7937D4A6-FEF8-4015-AC64-62F660DA11BD}" srcId="{2099A6BA-3028-4DF3-8F57-262A9AAD64FC}" destId="{DA907988-8DE7-49A8-8128-F8F339A33528}" srcOrd="2" destOrd="0" parTransId="{EBBF462F-499C-4EC5-A81C-B513151F4CF1}" sibTransId="{9C8D41C3-7A78-4FA9-A954-98CD59DBA083}"/>
    <dgm:cxn modelId="{384BC0B0-FCB6-4BB7-AC2D-B967D332CEC2}" type="presOf" srcId="{010FC63B-D0C5-4648-9A5C-DD855D043A90}" destId="{CB8CB51A-1A8F-4B19-BFD8-C3AFE516094D}" srcOrd="0" destOrd="0" presId="urn:microsoft.com/office/officeart/2018/5/layout/IconCircleLabelList"/>
    <dgm:cxn modelId="{C067C6D5-69BE-4A09-997C-567D2178822D}" type="presOf" srcId="{2099A6BA-3028-4DF3-8F57-262A9AAD64FC}" destId="{72F85177-C4F3-45B6-AD9E-C347693E2C14}" srcOrd="0" destOrd="0" presId="urn:microsoft.com/office/officeart/2018/5/layout/IconCircleLabelList"/>
    <dgm:cxn modelId="{2FC5E2FD-D61A-45C6-984C-9497B015F4E0}" type="presOf" srcId="{74747CF1-DCEA-4946-87A2-51F30250DF55}" destId="{B17F7F64-16DF-48CA-AEEC-3076F50F89F3}" srcOrd="0" destOrd="0" presId="urn:microsoft.com/office/officeart/2018/5/layout/IconCircleLabelList"/>
    <dgm:cxn modelId="{2AC5DCFB-2419-492D-A1CE-F10BEA3B80B0}" type="presParOf" srcId="{72F85177-C4F3-45B6-AD9E-C347693E2C14}" destId="{48BE7218-53F9-4AC7-AE32-7EF053600530}" srcOrd="0" destOrd="0" presId="urn:microsoft.com/office/officeart/2018/5/layout/IconCircleLabelList"/>
    <dgm:cxn modelId="{3124A301-F0D8-45BC-885A-93CF89A53ED0}" type="presParOf" srcId="{48BE7218-53F9-4AC7-AE32-7EF053600530}" destId="{94FC7F89-C968-40C2-B859-832A7187A2A0}" srcOrd="0" destOrd="0" presId="urn:microsoft.com/office/officeart/2018/5/layout/IconCircleLabelList"/>
    <dgm:cxn modelId="{70A78D13-7D22-4837-8F1C-257A78C1C7CB}" type="presParOf" srcId="{48BE7218-53F9-4AC7-AE32-7EF053600530}" destId="{7E3750B8-20D9-42B0-A8B5-351BC72C82F2}" srcOrd="1" destOrd="0" presId="urn:microsoft.com/office/officeart/2018/5/layout/IconCircleLabelList"/>
    <dgm:cxn modelId="{C80CC732-DDCF-4B07-8A9A-4FCF00276F3E}" type="presParOf" srcId="{48BE7218-53F9-4AC7-AE32-7EF053600530}" destId="{7E8764E0-EE5A-4710-B0BF-D9984210EA73}" srcOrd="2" destOrd="0" presId="urn:microsoft.com/office/officeart/2018/5/layout/IconCircleLabelList"/>
    <dgm:cxn modelId="{AE344B80-58C7-4497-AA1D-2BAAA220E9F8}" type="presParOf" srcId="{48BE7218-53F9-4AC7-AE32-7EF053600530}" destId="{CB8CB51A-1A8F-4B19-BFD8-C3AFE516094D}" srcOrd="3" destOrd="0" presId="urn:microsoft.com/office/officeart/2018/5/layout/IconCircleLabelList"/>
    <dgm:cxn modelId="{C5BD9EEF-835B-4E82-94C7-9AEF09305A9E}" type="presParOf" srcId="{72F85177-C4F3-45B6-AD9E-C347693E2C14}" destId="{97EC7562-1AE0-4DDC-BDA1-0D6D415E357B}" srcOrd="1" destOrd="0" presId="urn:microsoft.com/office/officeart/2018/5/layout/IconCircleLabelList"/>
    <dgm:cxn modelId="{A15F0F09-7A8C-40BD-821B-7745E9C049E8}" type="presParOf" srcId="{72F85177-C4F3-45B6-AD9E-C347693E2C14}" destId="{6BA8AE7F-F647-4FDA-8205-FD9C69D3C2E4}" srcOrd="2" destOrd="0" presId="urn:microsoft.com/office/officeart/2018/5/layout/IconCircleLabelList"/>
    <dgm:cxn modelId="{B073F9A5-2582-4280-963F-DC63CACFE0FC}" type="presParOf" srcId="{6BA8AE7F-F647-4FDA-8205-FD9C69D3C2E4}" destId="{7E25C88D-7D8F-4191-AC7A-96139CB70682}" srcOrd="0" destOrd="0" presId="urn:microsoft.com/office/officeart/2018/5/layout/IconCircleLabelList"/>
    <dgm:cxn modelId="{89D73E10-46FD-4FD5-9242-FF5A842DF66A}" type="presParOf" srcId="{6BA8AE7F-F647-4FDA-8205-FD9C69D3C2E4}" destId="{C0584D63-FD77-4FA7-9F40-7DB1E472C757}" srcOrd="1" destOrd="0" presId="urn:microsoft.com/office/officeart/2018/5/layout/IconCircleLabelList"/>
    <dgm:cxn modelId="{FF259DD9-F6C5-41D7-8C54-97336BEF4504}" type="presParOf" srcId="{6BA8AE7F-F647-4FDA-8205-FD9C69D3C2E4}" destId="{FF6824CF-FC63-4173-99DB-E407855D2572}" srcOrd="2" destOrd="0" presId="urn:microsoft.com/office/officeart/2018/5/layout/IconCircleLabelList"/>
    <dgm:cxn modelId="{5D233450-741D-4017-A69B-5826EB78DCC2}" type="presParOf" srcId="{6BA8AE7F-F647-4FDA-8205-FD9C69D3C2E4}" destId="{B17F7F64-16DF-48CA-AEEC-3076F50F89F3}" srcOrd="3" destOrd="0" presId="urn:microsoft.com/office/officeart/2018/5/layout/IconCircleLabelList"/>
    <dgm:cxn modelId="{DDB2108B-0885-4AA8-92AB-4396C09FC3D9}" type="presParOf" srcId="{72F85177-C4F3-45B6-AD9E-C347693E2C14}" destId="{D847A75E-C5C5-4E14-9A62-4EE32EFBA8D3}" srcOrd="3" destOrd="0" presId="urn:microsoft.com/office/officeart/2018/5/layout/IconCircleLabelList"/>
    <dgm:cxn modelId="{69A71EF6-1C63-4CF7-A044-F912CAB9A556}" type="presParOf" srcId="{72F85177-C4F3-45B6-AD9E-C347693E2C14}" destId="{EE5BB1C9-123F-4C53-BCC3-B018906A7D4D}" srcOrd="4" destOrd="0" presId="urn:microsoft.com/office/officeart/2018/5/layout/IconCircleLabelList"/>
    <dgm:cxn modelId="{360B9894-8590-4032-B1C9-3694D107BD48}" type="presParOf" srcId="{EE5BB1C9-123F-4C53-BCC3-B018906A7D4D}" destId="{2714FDE7-0818-4630-87EC-8C5E039B7D7E}" srcOrd="0" destOrd="0" presId="urn:microsoft.com/office/officeart/2018/5/layout/IconCircleLabelList"/>
    <dgm:cxn modelId="{07A8DED2-69AC-431D-8F93-9D8B9B0CEB83}" type="presParOf" srcId="{EE5BB1C9-123F-4C53-BCC3-B018906A7D4D}" destId="{9176A077-8A75-4DB6-8D8F-A252470C64C5}" srcOrd="1" destOrd="0" presId="urn:microsoft.com/office/officeart/2018/5/layout/IconCircleLabelList"/>
    <dgm:cxn modelId="{DB6EBCED-DC51-4793-B393-BF4CCEB9001A}" type="presParOf" srcId="{EE5BB1C9-123F-4C53-BCC3-B018906A7D4D}" destId="{0213F961-349E-431D-BE8F-AF232DB3283D}" srcOrd="2" destOrd="0" presId="urn:microsoft.com/office/officeart/2018/5/layout/IconCircleLabelList"/>
    <dgm:cxn modelId="{492B5F6E-D195-4B33-A44B-E036C163EA26}" type="presParOf" srcId="{EE5BB1C9-123F-4C53-BCC3-B018906A7D4D}" destId="{4A179652-BED0-4164-865F-D6E0FA29BAF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F4806A-F15D-4BCE-9104-E3908BDA3E54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085DFC-B478-444D-8BDE-C04C376F7462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339E96-F5E2-4512-B6FC-870FAEEE3C56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Storm-response documents are large and difficult to search.</a:t>
          </a:r>
        </a:p>
      </dsp:txBody>
      <dsp:txXfrm>
        <a:off x="1340173" y="795493"/>
        <a:ext cx="2552269" cy="1082781"/>
      </dsp:txXfrm>
    </dsp:sp>
    <dsp:sp modelId="{C338E177-1487-431F-9E47-B5B560E9D4A6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60866F-CE84-4F0B-B0F6-07ED28F8A714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64674E-9FF4-4C33-9B02-9C7DE8E21E07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Important emergency information is buried inside PDFs</a:t>
          </a:r>
        </a:p>
      </dsp:txBody>
      <dsp:txXfrm>
        <a:off x="5651962" y="795493"/>
        <a:ext cx="2552269" cy="1082781"/>
      </dsp:txXfrm>
    </dsp:sp>
    <dsp:sp modelId="{2A0889EC-A7FB-4122-BE16-6DEB5B289DED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33D471-1063-466F-8934-0E4783FB4429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0C5B15-E380-4BA8-B0E6-258A6BF6F28A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Need reproducible NLP workflow for retrieval and adaptation</a:t>
          </a:r>
        </a:p>
      </dsp:txBody>
      <dsp:txXfrm>
        <a:off x="1340173" y="2647688"/>
        <a:ext cx="2552269" cy="1082781"/>
      </dsp:txXfrm>
    </dsp:sp>
    <dsp:sp modelId="{1660ECCF-352C-4B1F-8888-89A1E37DB7F1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4B0119-0A8B-4D5B-9228-625613188413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6907E1-5597-4C7D-91A7-1F8AE878EA17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Goal: Build an end-to-end storm-domain NLP pipeline</a:t>
          </a:r>
        </a:p>
      </dsp:txBody>
      <dsp:txXfrm>
        <a:off x="5651962" y="2647688"/>
        <a:ext cx="2552269" cy="10827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8BCAAE-6944-F149-AAE4-09453DB88AEC}">
      <dsp:nvSpPr>
        <dsp:cNvPr id="0" name=""/>
        <dsp:cNvSpPr/>
      </dsp:nvSpPr>
      <dsp:spPr>
        <a:xfrm>
          <a:off x="4594747" y="30760"/>
          <a:ext cx="1036489" cy="1036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Query: flooding storm surge</a:t>
          </a:r>
        </a:p>
      </dsp:txBody>
      <dsp:txXfrm>
        <a:off x="4594747" y="30760"/>
        <a:ext cx="1036489" cy="1036489"/>
      </dsp:txXfrm>
    </dsp:sp>
    <dsp:sp modelId="{A97EC151-EA6D-2448-927D-04E89E83D5D0}">
      <dsp:nvSpPr>
        <dsp:cNvPr id="0" name=""/>
        <dsp:cNvSpPr/>
      </dsp:nvSpPr>
      <dsp:spPr>
        <a:xfrm>
          <a:off x="2152059" y="235"/>
          <a:ext cx="3891752" cy="3891752"/>
        </a:xfrm>
        <a:prstGeom prst="circularArrow">
          <a:avLst>
            <a:gd name="adj1" fmla="val 5193"/>
            <a:gd name="adj2" fmla="val 335423"/>
            <a:gd name="adj3" fmla="val 21295238"/>
            <a:gd name="adj4" fmla="val 19764489"/>
            <a:gd name="adj5" fmla="val 605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0E398D-D90F-8C44-A472-F391E88F9EE3}">
      <dsp:nvSpPr>
        <dsp:cNvPr id="0" name=""/>
        <dsp:cNvSpPr/>
      </dsp:nvSpPr>
      <dsp:spPr>
        <a:xfrm>
          <a:off x="5222087" y="1961513"/>
          <a:ext cx="1036489" cy="1036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Top-1 BM25 Score: 8.6744</a:t>
          </a:r>
        </a:p>
      </dsp:txBody>
      <dsp:txXfrm>
        <a:off x="5222087" y="1961513"/>
        <a:ext cx="1036489" cy="1036489"/>
      </dsp:txXfrm>
    </dsp:sp>
    <dsp:sp modelId="{44AC4E68-5CA0-7C46-BD54-A965DD3E09AF}">
      <dsp:nvSpPr>
        <dsp:cNvPr id="0" name=""/>
        <dsp:cNvSpPr/>
      </dsp:nvSpPr>
      <dsp:spPr>
        <a:xfrm>
          <a:off x="2152059" y="235"/>
          <a:ext cx="3891752" cy="3891752"/>
        </a:xfrm>
        <a:prstGeom prst="circularArrow">
          <a:avLst>
            <a:gd name="adj1" fmla="val 5193"/>
            <a:gd name="adj2" fmla="val 335423"/>
            <a:gd name="adj3" fmla="val 4016767"/>
            <a:gd name="adj4" fmla="val 2251533"/>
            <a:gd name="adj5" fmla="val 605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A36B70-F738-014A-9778-3B121F08BABA}">
      <dsp:nvSpPr>
        <dsp:cNvPr id="0" name=""/>
        <dsp:cNvSpPr/>
      </dsp:nvSpPr>
      <dsp:spPr>
        <a:xfrm>
          <a:off x="3579690" y="3154784"/>
          <a:ext cx="1036489" cy="1036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evacuation orders → 4.9100</a:t>
          </a:r>
        </a:p>
      </dsp:txBody>
      <dsp:txXfrm>
        <a:off x="3579690" y="3154784"/>
        <a:ext cx="1036489" cy="1036489"/>
      </dsp:txXfrm>
    </dsp:sp>
    <dsp:sp modelId="{C83BAE1E-013E-E34D-91A7-07099E3B7061}">
      <dsp:nvSpPr>
        <dsp:cNvPr id="0" name=""/>
        <dsp:cNvSpPr/>
      </dsp:nvSpPr>
      <dsp:spPr>
        <a:xfrm>
          <a:off x="2152059" y="235"/>
          <a:ext cx="3891752" cy="3891752"/>
        </a:xfrm>
        <a:prstGeom prst="circularArrow">
          <a:avLst>
            <a:gd name="adj1" fmla="val 5193"/>
            <a:gd name="adj2" fmla="val 335423"/>
            <a:gd name="adj3" fmla="val 8213044"/>
            <a:gd name="adj4" fmla="val 6447810"/>
            <a:gd name="adj5" fmla="val 605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02E5E4-8835-0B46-B8EF-8FAC58977BC8}">
      <dsp:nvSpPr>
        <dsp:cNvPr id="0" name=""/>
        <dsp:cNvSpPr/>
      </dsp:nvSpPr>
      <dsp:spPr>
        <a:xfrm>
          <a:off x="1937294" y="1961513"/>
          <a:ext cx="1036489" cy="1036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emergency kits water batteries → 4.7686</a:t>
          </a:r>
        </a:p>
      </dsp:txBody>
      <dsp:txXfrm>
        <a:off x="1937294" y="1961513"/>
        <a:ext cx="1036489" cy="1036489"/>
      </dsp:txXfrm>
    </dsp:sp>
    <dsp:sp modelId="{959FD469-8114-3E44-91BD-67AA18A4E502}">
      <dsp:nvSpPr>
        <dsp:cNvPr id="0" name=""/>
        <dsp:cNvSpPr/>
      </dsp:nvSpPr>
      <dsp:spPr>
        <a:xfrm>
          <a:off x="2152059" y="235"/>
          <a:ext cx="3891752" cy="3891752"/>
        </a:xfrm>
        <a:prstGeom prst="circularArrow">
          <a:avLst>
            <a:gd name="adj1" fmla="val 5193"/>
            <a:gd name="adj2" fmla="val 335423"/>
            <a:gd name="adj3" fmla="val 12300088"/>
            <a:gd name="adj4" fmla="val 10769339"/>
            <a:gd name="adj5" fmla="val 605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1E69EC-96C5-D34A-9591-98FE74C16694}">
      <dsp:nvSpPr>
        <dsp:cNvPr id="0" name=""/>
        <dsp:cNvSpPr/>
      </dsp:nvSpPr>
      <dsp:spPr>
        <a:xfrm>
          <a:off x="2564633" y="30760"/>
          <a:ext cx="1036489" cy="10364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Retrieval returned meaningful emergency-response chunks</a:t>
          </a:r>
        </a:p>
      </dsp:txBody>
      <dsp:txXfrm>
        <a:off x="2564633" y="30760"/>
        <a:ext cx="1036489" cy="1036489"/>
      </dsp:txXfrm>
    </dsp:sp>
    <dsp:sp modelId="{758EE396-A4CC-6E4A-BD08-EAFAB97147B5}">
      <dsp:nvSpPr>
        <dsp:cNvPr id="0" name=""/>
        <dsp:cNvSpPr/>
      </dsp:nvSpPr>
      <dsp:spPr>
        <a:xfrm>
          <a:off x="2152059" y="235"/>
          <a:ext cx="3891752" cy="3891752"/>
        </a:xfrm>
        <a:prstGeom prst="circularArrow">
          <a:avLst>
            <a:gd name="adj1" fmla="val 5193"/>
            <a:gd name="adj2" fmla="val 335423"/>
            <a:gd name="adj3" fmla="val 16867749"/>
            <a:gd name="adj4" fmla="val 15196828"/>
            <a:gd name="adj5" fmla="val 605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5A4A70-AEA9-F347-8F70-7D5EF82B8FAC}">
      <dsp:nvSpPr>
        <dsp:cNvPr id="0" name=""/>
        <dsp:cNvSpPr/>
      </dsp:nvSpPr>
      <dsp:spPr>
        <a:xfrm>
          <a:off x="0" y="291306"/>
          <a:ext cx="8229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BM25 may over-prioritize exact keywords.</a:t>
          </a:r>
        </a:p>
      </dsp:txBody>
      <dsp:txXfrm>
        <a:off x="35125" y="326431"/>
        <a:ext cx="8159350" cy="649299"/>
      </dsp:txXfrm>
    </dsp:sp>
    <dsp:sp modelId="{DBE31AFD-B8A8-D74F-A4D0-575B3A555B53}">
      <dsp:nvSpPr>
        <dsp:cNvPr id="0" name=""/>
        <dsp:cNvSpPr/>
      </dsp:nvSpPr>
      <dsp:spPr>
        <a:xfrm>
          <a:off x="0" y="1097256"/>
          <a:ext cx="8229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Semantic matches may be missed</a:t>
          </a:r>
        </a:p>
      </dsp:txBody>
      <dsp:txXfrm>
        <a:off x="35125" y="1132381"/>
        <a:ext cx="8159350" cy="649299"/>
      </dsp:txXfrm>
    </dsp:sp>
    <dsp:sp modelId="{030F6D8E-173D-0B48-ABB9-9CF77AF5BCF9}">
      <dsp:nvSpPr>
        <dsp:cNvPr id="0" name=""/>
        <dsp:cNvSpPr/>
      </dsp:nvSpPr>
      <dsp:spPr>
        <a:xfrm>
          <a:off x="0" y="1903206"/>
          <a:ext cx="8229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No full retrieval-augmented generation loop</a:t>
          </a:r>
        </a:p>
      </dsp:txBody>
      <dsp:txXfrm>
        <a:off x="35125" y="1938331"/>
        <a:ext cx="8159350" cy="649299"/>
      </dsp:txXfrm>
    </dsp:sp>
    <dsp:sp modelId="{D82ED8B5-9BA1-DC4D-B366-A321D38EBE55}">
      <dsp:nvSpPr>
        <dsp:cNvPr id="0" name=""/>
        <dsp:cNvSpPr/>
      </dsp:nvSpPr>
      <dsp:spPr>
        <a:xfrm>
          <a:off x="0" y="2709156"/>
          <a:ext cx="8229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OCR limitations for scanned PDFs</a:t>
          </a:r>
        </a:p>
      </dsp:txBody>
      <dsp:txXfrm>
        <a:off x="35125" y="2744281"/>
        <a:ext cx="8159350" cy="649299"/>
      </dsp:txXfrm>
    </dsp:sp>
    <dsp:sp modelId="{F3F70A20-FD05-DF4B-A516-20CC4FE756BA}">
      <dsp:nvSpPr>
        <dsp:cNvPr id="0" name=""/>
        <dsp:cNvSpPr/>
      </dsp:nvSpPr>
      <dsp:spPr>
        <a:xfrm>
          <a:off x="0" y="3515106"/>
          <a:ext cx="82296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Future work: Hybrid retrieval + dense embeddings</a:t>
          </a:r>
        </a:p>
      </dsp:txBody>
      <dsp:txXfrm>
        <a:off x="35125" y="3550231"/>
        <a:ext cx="8159350" cy="64929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FC7F89-C968-40C2-B859-832A7187A2A0}">
      <dsp:nvSpPr>
        <dsp:cNvPr id="0" name=""/>
        <dsp:cNvSpPr/>
      </dsp:nvSpPr>
      <dsp:spPr>
        <a:xfrm>
          <a:off x="518185" y="57765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3750B8-20D9-42B0-A8B5-351BC72C82F2}">
      <dsp:nvSpPr>
        <dsp:cNvPr id="0" name=""/>
        <dsp:cNvSpPr/>
      </dsp:nvSpPr>
      <dsp:spPr>
        <a:xfrm>
          <a:off x="832623" y="89209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8CB51A-1A8F-4B19-BFD8-C3AFE516094D}">
      <dsp:nvSpPr>
        <dsp:cNvPr id="0" name=""/>
        <dsp:cNvSpPr/>
      </dsp:nvSpPr>
      <dsp:spPr>
        <a:xfrm>
          <a:off x="46529" y="2512652"/>
          <a:ext cx="2418750" cy="110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Video link: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>
              <a:hlinkClick xmlns:r="http://schemas.openxmlformats.org/officeDocument/2006/relationships" r:id="rId2"/>
            </a:rPr>
            <a:t>https://youtu.be/2xwT7fOimkU</a:t>
          </a: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100" kern="1200" dirty="0"/>
        </a:p>
      </dsp:txBody>
      <dsp:txXfrm>
        <a:off x="46529" y="2512652"/>
        <a:ext cx="2418750" cy="1102500"/>
      </dsp:txXfrm>
    </dsp:sp>
    <dsp:sp modelId="{7E25C88D-7D8F-4191-AC7A-96139CB70682}">
      <dsp:nvSpPr>
        <dsp:cNvPr id="0" name=""/>
        <dsp:cNvSpPr/>
      </dsp:nvSpPr>
      <dsp:spPr>
        <a:xfrm>
          <a:off x="3360216" y="57765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584D63-FD77-4FA7-9F40-7DB1E472C757}">
      <dsp:nvSpPr>
        <dsp:cNvPr id="0" name=""/>
        <dsp:cNvSpPr/>
      </dsp:nvSpPr>
      <dsp:spPr>
        <a:xfrm>
          <a:off x="3674654" y="89209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7F7F64-16DF-48CA-AEEC-3076F50F89F3}">
      <dsp:nvSpPr>
        <dsp:cNvPr id="0" name=""/>
        <dsp:cNvSpPr/>
      </dsp:nvSpPr>
      <dsp:spPr>
        <a:xfrm>
          <a:off x="2888560" y="2512652"/>
          <a:ext cx="2418750" cy="110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 err="1"/>
            <a:t>Github</a:t>
          </a:r>
          <a:r>
            <a:rPr lang="en-US" sz="1100" kern="1200" dirty="0"/>
            <a:t> Link: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>
              <a:hlinkClick xmlns:r="http://schemas.openxmlformats.org/officeDocument/2006/relationships" r:id="rId4"/>
            </a:rPr>
            <a:t>https://github.com/Ag230602/Gen_AI_ADRIJA</a:t>
          </a:r>
          <a:endParaRPr lang="en-US" sz="1100" kern="1200" dirty="0"/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100" kern="1200" dirty="0"/>
        </a:p>
        <a:p>
          <a:pPr marL="0" lvl="0" indent="0" algn="ctr" defTabSz="488950"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100" kern="1200" dirty="0"/>
        </a:p>
      </dsp:txBody>
      <dsp:txXfrm>
        <a:off x="2888560" y="2512652"/>
        <a:ext cx="2418750" cy="1102500"/>
      </dsp:txXfrm>
    </dsp:sp>
    <dsp:sp modelId="{2714FDE7-0818-4630-87EC-8C5E039B7D7E}">
      <dsp:nvSpPr>
        <dsp:cNvPr id="0" name=""/>
        <dsp:cNvSpPr/>
      </dsp:nvSpPr>
      <dsp:spPr>
        <a:xfrm>
          <a:off x="6202248" y="57765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76A077-8A75-4DB6-8D8F-A252470C64C5}">
      <dsp:nvSpPr>
        <dsp:cNvPr id="0" name=""/>
        <dsp:cNvSpPr/>
      </dsp:nvSpPr>
      <dsp:spPr>
        <a:xfrm>
          <a:off x="6516685" y="892090"/>
          <a:ext cx="846562" cy="846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79652-BED0-4164-865F-D6E0FA29BAF9}">
      <dsp:nvSpPr>
        <dsp:cNvPr id="0" name=""/>
        <dsp:cNvSpPr/>
      </dsp:nvSpPr>
      <dsp:spPr>
        <a:xfrm>
          <a:off x="5730591" y="2512652"/>
          <a:ext cx="2418750" cy="110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Dashboard Link:</a:t>
          </a:r>
        </a:p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>
              <a:hlinkClick xmlns:r="http://schemas.openxmlformats.org/officeDocument/2006/relationships" r:id="rId6"/>
            </a:rPr>
            <a:t>https://genaiadrija-4hgtalkipufv8gsbb3qmvi.streamlit.app/</a:t>
          </a:r>
          <a:endParaRPr lang="en-US" sz="1100" kern="1200" dirty="0"/>
        </a:p>
        <a:p>
          <a:pPr marL="0" lvl="0" indent="0" algn="ctr" defTabSz="488950"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100" kern="1200" dirty="0"/>
        </a:p>
      </dsp:txBody>
      <dsp:txXfrm>
        <a:off x="5730591" y="2512652"/>
        <a:ext cx="2418750" cy="110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451381"/>
            <a:ext cx="7884414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5700"/>
              <a:t>StormCare RAG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49" y="4983276"/>
            <a:ext cx="7884414" cy="1126680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dirty="0"/>
              <a:t>A Reproducible Storm-Domain NLP Pipeline</a:t>
            </a:r>
            <a:endParaRPr lang="en-US" dirty="0"/>
          </a:p>
          <a:p>
            <a:pPr algn="l">
              <a:lnSpc>
                <a:spcPct val="90000"/>
              </a:lnSpc>
            </a:pPr>
            <a:r>
              <a:rPr dirty="0"/>
              <a:t>Adrija Ghosh | UMKC | IEEE Project Demo</a:t>
            </a:r>
            <a:endParaRPr lang="en-US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4718595"/>
            <a:ext cx="4057650" cy="18288"/>
          </a:xfrm>
          <a:custGeom>
            <a:avLst/>
            <a:gdLst>
              <a:gd name="csX0" fmla="*/ 0 w 4057650"/>
              <a:gd name="csY0" fmla="*/ 0 h 18288"/>
              <a:gd name="csX1" fmla="*/ 757428 w 4057650"/>
              <a:gd name="csY1" fmla="*/ 0 h 18288"/>
              <a:gd name="csX2" fmla="*/ 1474279 w 4057650"/>
              <a:gd name="csY2" fmla="*/ 0 h 18288"/>
              <a:gd name="csX3" fmla="*/ 2191131 w 4057650"/>
              <a:gd name="csY3" fmla="*/ 0 h 18288"/>
              <a:gd name="csX4" fmla="*/ 2745676 w 4057650"/>
              <a:gd name="csY4" fmla="*/ 0 h 18288"/>
              <a:gd name="csX5" fmla="*/ 3340798 w 4057650"/>
              <a:gd name="csY5" fmla="*/ 0 h 18288"/>
              <a:gd name="csX6" fmla="*/ 4057650 w 4057650"/>
              <a:gd name="csY6" fmla="*/ 0 h 18288"/>
              <a:gd name="csX7" fmla="*/ 4057650 w 4057650"/>
              <a:gd name="csY7" fmla="*/ 18288 h 18288"/>
              <a:gd name="csX8" fmla="*/ 3381375 w 4057650"/>
              <a:gd name="csY8" fmla="*/ 18288 h 18288"/>
              <a:gd name="csX9" fmla="*/ 2826830 w 4057650"/>
              <a:gd name="csY9" fmla="*/ 18288 h 18288"/>
              <a:gd name="csX10" fmla="*/ 2272284 w 4057650"/>
              <a:gd name="csY10" fmla="*/ 18288 h 18288"/>
              <a:gd name="csX11" fmla="*/ 1555432 w 4057650"/>
              <a:gd name="csY11" fmla="*/ 18288 h 18288"/>
              <a:gd name="csX12" fmla="*/ 960310 w 4057650"/>
              <a:gd name="csY12" fmla="*/ 18288 h 18288"/>
              <a:gd name="csX13" fmla="*/ 0 w 4057650"/>
              <a:gd name="csY13" fmla="*/ 18288 h 18288"/>
              <a:gd name="csX14" fmla="*/ 0 w 405765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 Statement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95F89260-BABA-B148-5A6A-3DB979CA205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E62931-8EB4-42BB-BAAB-D8757BE66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5595" y="728664"/>
            <a:ext cx="3738610" cy="3157080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4500"/>
              <a:t>System Workflow</a:t>
            </a:r>
          </a:p>
        </p:txBody>
      </p:sp>
      <p:pic>
        <p:nvPicPr>
          <p:cNvPr id="4" name="Picture 3" descr="a_clean_infographic_diagram_on_a_white_background.png"/>
          <p:cNvPicPr>
            <a:picLocks noChangeAspect="1"/>
          </p:cNvPicPr>
          <p:nvPr/>
        </p:nvPicPr>
        <p:blipFill>
          <a:blip r:embed="rId2"/>
          <a:srcRect r="1608"/>
          <a:stretch>
            <a:fillRect/>
          </a:stretch>
        </p:blipFill>
        <p:spPr>
          <a:xfrm>
            <a:off x="20" y="10"/>
            <a:ext cx="4504114" cy="68579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End-to-End Retrieval Demo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1CEF6B41-C27E-1F95-1ADB-BE9B8F528F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730126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Base vs LoRA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/>
              <a:t>Base Model: Test Loss 4.8625 | Perplexity 129.34</a:t>
            </a:r>
          </a:p>
          <a:p>
            <a:r>
              <a:rPr lang="en-US" sz="1700"/>
              <a:t>LoRA Model: Test Loss 5.3904 | Perplexity 219.29</a:t>
            </a:r>
          </a:p>
          <a:p>
            <a:r>
              <a:rPr lang="en-US" sz="1700"/>
              <a:t>Base trained 470,528 parameters</a:t>
            </a:r>
          </a:p>
          <a:p>
            <a:r>
              <a:rPr lang="en-US" sz="1700"/>
              <a:t>LoRA trained only 3,072 parameters</a:t>
            </a:r>
          </a:p>
          <a:p>
            <a:r>
              <a:rPr lang="en-US" sz="1700"/>
              <a:t>99.35% fewer trainable parameters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Failure Case / Limitation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DBB453-6E10-3B26-2FFE-9D520010498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3500">
                <a:solidFill>
                  <a:schemeClr val="bg1"/>
                </a:solidFill>
              </a:rPr>
              <a:t>Main Takeaway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en-US" sz="2100"/>
              <a:t>Built a compact and reproducible storm-domain NLP pipeline.</a:t>
            </a:r>
          </a:p>
          <a:p>
            <a:r>
              <a:rPr lang="en-US" sz="2100"/>
              <a:t>0.0 unknown-token rate</a:t>
            </a:r>
          </a:p>
          <a:p>
            <a:r>
              <a:rPr lang="en-US" sz="2100"/>
              <a:t>Stable language-model training</a:t>
            </a:r>
          </a:p>
          <a:p>
            <a:r>
              <a:rPr lang="en-US" sz="2100"/>
              <a:t>Effective BM25 retrieval</a:t>
            </a:r>
          </a:p>
          <a:p>
            <a:r>
              <a:rPr lang="en-US" sz="2100"/>
              <a:t>LoRA achieved major parameter efficiency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44715-55AF-15CD-D4D2-384ED42C3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LINKS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1E5B0C-D86F-9EF9-3A95-E44DB0FB8E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67933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4481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211</Words>
  <Application>Microsoft Office PowerPoint</Application>
  <PresentationFormat>On-screen Show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StormCare RAG</vt:lpstr>
      <vt:lpstr>Problem Statement</vt:lpstr>
      <vt:lpstr>System Workflow</vt:lpstr>
      <vt:lpstr>End-to-End Retrieval Demo</vt:lpstr>
      <vt:lpstr>Base vs LoRA Comparison</vt:lpstr>
      <vt:lpstr>Failure Case / Limitation</vt:lpstr>
      <vt:lpstr>Main Takeaway</vt:lpstr>
      <vt:lpstr>LINKS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Adrija Ghosh</cp:lastModifiedBy>
  <cp:revision>3</cp:revision>
  <dcterms:created xsi:type="dcterms:W3CDTF">2013-01-27T09:14:16Z</dcterms:created>
  <dcterms:modified xsi:type="dcterms:W3CDTF">2026-05-10T23:22:27Z</dcterms:modified>
  <cp:category/>
</cp:coreProperties>
</file>